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4"/>
  </p:sldMasterIdLst>
  <p:sldIdLst>
    <p:sldId id="256" r:id="rId5"/>
    <p:sldId id="257" r:id="rId6"/>
    <p:sldId id="258" r:id="rId7"/>
    <p:sldId id="259" r:id="rId8"/>
    <p:sldId id="262" r:id="rId9"/>
    <p:sldId id="260" r:id="rId10"/>
    <p:sldId id="261" r:id="rId11"/>
    <p:sldId id="263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CA5DB6-2625-46DD-B07E-07664D1DF591}" v="313" dt="2025-12-03T18:43:23.531"/>
    <p1510:client id="{805486E1-DCBA-CE2C-C3F3-CF0C8BDC4D97}" v="230" dt="2025-12-03T18:43:21.7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534A01-7BC5-4496-B9A7-453C47A1EABA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09FDA4-56BE-4241-9A79-DCBAD1CE612F}">
      <dgm:prSet/>
      <dgm:spPr/>
      <dgm:t>
        <a:bodyPr/>
        <a:lstStyle/>
        <a:p>
          <a:pPr>
            <a:defRPr cap="all"/>
          </a:pPr>
          <a:r>
            <a:rPr lang="en-US"/>
            <a:t>Weather App (Flask + API + Database)</a:t>
          </a:r>
        </a:p>
      </dgm:t>
    </dgm:pt>
    <dgm:pt modelId="{21868657-BBDE-4008-9570-5C2E3F12B1B3}" type="parTrans" cxnId="{F65368FE-061E-4AE7-AAF8-17767D4B818D}">
      <dgm:prSet/>
      <dgm:spPr/>
      <dgm:t>
        <a:bodyPr/>
        <a:lstStyle/>
        <a:p>
          <a:endParaRPr lang="en-US"/>
        </a:p>
      </dgm:t>
    </dgm:pt>
    <dgm:pt modelId="{853EC9FC-15F0-41A2-8AFB-0D1A62AE8D86}" type="sibTrans" cxnId="{F65368FE-061E-4AE7-AAF8-17767D4B818D}">
      <dgm:prSet/>
      <dgm:spPr/>
      <dgm:t>
        <a:bodyPr/>
        <a:lstStyle/>
        <a:p>
          <a:endParaRPr lang="en-US"/>
        </a:p>
      </dgm:t>
    </dgm:pt>
    <dgm:pt modelId="{91A53C00-CB80-4892-90BD-02B55A752624}">
      <dgm:prSet/>
      <dgm:spPr/>
      <dgm:t>
        <a:bodyPr/>
        <a:lstStyle/>
        <a:p>
          <a:pPr>
            <a:defRPr cap="all"/>
          </a:pPr>
          <a:r>
            <a:rPr lang="en-US"/>
            <a:t>A simple explanation of how OUR project works</a:t>
          </a:r>
        </a:p>
      </dgm:t>
    </dgm:pt>
    <dgm:pt modelId="{1C5F198F-4756-4215-A1D9-0AE9A106CB84}" type="parTrans" cxnId="{A8FC2D84-DFF2-45C6-B2F6-1EB42A4AD9E7}">
      <dgm:prSet/>
      <dgm:spPr/>
      <dgm:t>
        <a:bodyPr/>
        <a:lstStyle/>
        <a:p>
          <a:endParaRPr lang="en-US"/>
        </a:p>
      </dgm:t>
    </dgm:pt>
    <dgm:pt modelId="{EE096954-EE7F-44DC-B146-988DE98A84C0}" type="sibTrans" cxnId="{A8FC2D84-DFF2-45C6-B2F6-1EB42A4AD9E7}">
      <dgm:prSet/>
      <dgm:spPr/>
      <dgm:t>
        <a:bodyPr/>
        <a:lstStyle/>
        <a:p>
          <a:endParaRPr lang="en-US"/>
        </a:p>
      </dgm:t>
    </dgm:pt>
    <dgm:pt modelId="{2422CE45-FD17-4BF6-BDAA-D79AB11A4361}" type="pres">
      <dgm:prSet presAssocID="{D1534A01-7BC5-4496-B9A7-453C47A1EABA}" presName="outerComposite" presStyleCnt="0">
        <dgm:presLayoutVars>
          <dgm:chMax val="5"/>
          <dgm:dir/>
          <dgm:resizeHandles val="exact"/>
        </dgm:presLayoutVars>
      </dgm:prSet>
      <dgm:spPr/>
    </dgm:pt>
    <dgm:pt modelId="{E1A2866C-CC26-4A82-9EE2-99EE843029EA}" type="pres">
      <dgm:prSet presAssocID="{D1534A01-7BC5-4496-B9A7-453C47A1EABA}" presName="dummyMaxCanvas" presStyleCnt="0">
        <dgm:presLayoutVars/>
      </dgm:prSet>
      <dgm:spPr/>
    </dgm:pt>
    <dgm:pt modelId="{BB4C3D5D-B516-4A93-817E-3CE63894A45A}" type="pres">
      <dgm:prSet presAssocID="{D1534A01-7BC5-4496-B9A7-453C47A1EABA}" presName="TwoNodes_1" presStyleLbl="node1" presStyleIdx="0" presStyleCnt="2">
        <dgm:presLayoutVars>
          <dgm:bulletEnabled val="1"/>
        </dgm:presLayoutVars>
      </dgm:prSet>
      <dgm:spPr/>
    </dgm:pt>
    <dgm:pt modelId="{CFAA6D93-5402-4D1C-BA02-BFD18556D867}" type="pres">
      <dgm:prSet presAssocID="{D1534A01-7BC5-4496-B9A7-453C47A1EABA}" presName="TwoNodes_2" presStyleLbl="node1" presStyleIdx="1" presStyleCnt="2">
        <dgm:presLayoutVars>
          <dgm:bulletEnabled val="1"/>
        </dgm:presLayoutVars>
      </dgm:prSet>
      <dgm:spPr/>
    </dgm:pt>
    <dgm:pt modelId="{8969CA7D-3FCA-44BF-87AC-04537DF57148}" type="pres">
      <dgm:prSet presAssocID="{D1534A01-7BC5-4496-B9A7-453C47A1EABA}" presName="TwoConn_1-2" presStyleLbl="fgAccFollowNode1" presStyleIdx="0" presStyleCnt="1">
        <dgm:presLayoutVars>
          <dgm:bulletEnabled val="1"/>
        </dgm:presLayoutVars>
      </dgm:prSet>
      <dgm:spPr/>
    </dgm:pt>
    <dgm:pt modelId="{F0B71960-B299-4C9A-A2DB-E6775EBD8D02}" type="pres">
      <dgm:prSet presAssocID="{D1534A01-7BC5-4496-B9A7-453C47A1EABA}" presName="TwoNodes_1_text" presStyleLbl="node1" presStyleIdx="1" presStyleCnt="2">
        <dgm:presLayoutVars>
          <dgm:bulletEnabled val="1"/>
        </dgm:presLayoutVars>
      </dgm:prSet>
      <dgm:spPr/>
    </dgm:pt>
    <dgm:pt modelId="{4982124C-FEE1-4835-99DF-9D338C7FD0DB}" type="pres">
      <dgm:prSet presAssocID="{D1534A01-7BC5-4496-B9A7-453C47A1EABA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49E4701F-6F8B-4E73-BE42-F9C33709D45A}" type="presOf" srcId="{5009FDA4-56BE-4241-9A79-DCBAD1CE612F}" destId="{F0B71960-B299-4C9A-A2DB-E6775EBD8D02}" srcOrd="1" destOrd="0" presId="urn:microsoft.com/office/officeart/2005/8/layout/vProcess5"/>
    <dgm:cxn modelId="{D4372B50-F899-4C87-B9B3-8C61D65C19DC}" type="presOf" srcId="{5009FDA4-56BE-4241-9A79-DCBAD1CE612F}" destId="{BB4C3D5D-B516-4A93-817E-3CE63894A45A}" srcOrd="0" destOrd="0" presId="urn:microsoft.com/office/officeart/2005/8/layout/vProcess5"/>
    <dgm:cxn modelId="{61E2B657-FBF8-4067-823F-4449377FEEEF}" type="presOf" srcId="{853EC9FC-15F0-41A2-8AFB-0D1A62AE8D86}" destId="{8969CA7D-3FCA-44BF-87AC-04537DF57148}" srcOrd="0" destOrd="0" presId="urn:microsoft.com/office/officeart/2005/8/layout/vProcess5"/>
    <dgm:cxn modelId="{694B2D80-A571-4865-9B17-CC4D54CB8ED7}" type="presOf" srcId="{91A53C00-CB80-4892-90BD-02B55A752624}" destId="{4982124C-FEE1-4835-99DF-9D338C7FD0DB}" srcOrd="1" destOrd="0" presId="urn:microsoft.com/office/officeart/2005/8/layout/vProcess5"/>
    <dgm:cxn modelId="{A8FC2D84-DFF2-45C6-B2F6-1EB42A4AD9E7}" srcId="{D1534A01-7BC5-4496-B9A7-453C47A1EABA}" destId="{91A53C00-CB80-4892-90BD-02B55A752624}" srcOrd="1" destOrd="0" parTransId="{1C5F198F-4756-4215-A1D9-0AE9A106CB84}" sibTransId="{EE096954-EE7F-44DC-B146-988DE98A84C0}"/>
    <dgm:cxn modelId="{AABF4195-A432-4A2A-8F8A-C8BA64CB8369}" type="presOf" srcId="{91A53C00-CB80-4892-90BD-02B55A752624}" destId="{CFAA6D93-5402-4D1C-BA02-BFD18556D867}" srcOrd="0" destOrd="0" presId="urn:microsoft.com/office/officeart/2005/8/layout/vProcess5"/>
    <dgm:cxn modelId="{04511BD6-6387-4A0D-B1C1-BF10EEDFBFFC}" type="presOf" srcId="{D1534A01-7BC5-4496-B9A7-453C47A1EABA}" destId="{2422CE45-FD17-4BF6-BDAA-D79AB11A4361}" srcOrd="0" destOrd="0" presId="urn:microsoft.com/office/officeart/2005/8/layout/vProcess5"/>
    <dgm:cxn modelId="{F65368FE-061E-4AE7-AAF8-17767D4B818D}" srcId="{D1534A01-7BC5-4496-B9A7-453C47A1EABA}" destId="{5009FDA4-56BE-4241-9A79-DCBAD1CE612F}" srcOrd="0" destOrd="0" parTransId="{21868657-BBDE-4008-9570-5C2E3F12B1B3}" sibTransId="{853EC9FC-15F0-41A2-8AFB-0D1A62AE8D86}"/>
    <dgm:cxn modelId="{C84D7CAD-62AB-4D02-A884-7E1E1EC53EDF}" type="presParOf" srcId="{2422CE45-FD17-4BF6-BDAA-D79AB11A4361}" destId="{E1A2866C-CC26-4A82-9EE2-99EE843029EA}" srcOrd="0" destOrd="0" presId="urn:microsoft.com/office/officeart/2005/8/layout/vProcess5"/>
    <dgm:cxn modelId="{C403D4A2-E6F1-4348-8812-FB143A34281B}" type="presParOf" srcId="{2422CE45-FD17-4BF6-BDAA-D79AB11A4361}" destId="{BB4C3D5D-B516-4A93-817E-3CE63894A45A}" srcOrd="1" destOrd="0" presId="urn:microsoft.com/office/officeart/2005/8/layout/vProcess5"/>
    <dgm:cxn modelId="{E2A5DBBD-69B8-4F2B-9DFD-EE364B62213F}" type="presParOf" srcId="{2422CE45-FD17-4BF6-BDAA-D79AB11A4361}" destId="{CFAA6D93-5402-4D1C-BA02-BFD18556D867}" srcOrd="2" destOrd="0" presId="urn:microsoft.com/office/officeart/2005/8/layout/vProcess5"/>
    <dgm:cxn modelId="{67EE889D-85A5-42B7-9349-0DC9A849B379}" type="presParOf" srcId="{2422CE45-FD17-4BF6-BDAA-D79AB11A4361}" destId="{8969CA7D-3FCA-44BF-87AC-04537DF57148}" srcOrd="3" destOrd="0" presId="urn:microsoft.com/office/officeart/2005/8/layout/vProcess5"/>
    <dgm:cxn modelId="{EC0D2706-FAC2-4071-A0B1-EC2B814A20DB}" type="presParOf" srcId="{2422CE45-FD17-4BF6-BDAA-D79AB11A4361}" destId="{F0B71960-B299-4C9A-A2DB-E6775EBD8D02}" srcOrd="4" destOrd="0" presId="urn:microsoft.com/office/officeart/2005/8/layout/vProcess5"/>
    <dgm:cxn modelId="{118D45AA-A9CE-4683-86F6-F2DB566008E7}" type="presParOf" srcId="{2422CE45-FD17-4BF6-BDAA-D79AB11A4361}" destId="{4982124C-FEE1-4835-99DF-9D338C7FD0DB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85C6DF-E685-4489-94CC-D2F47386302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2B711710-7B6A-4777-85B8-23F42F4D7C7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This project is a web app made with Flask</a:t>
          </a:r>
        </a:p>
      </dgm:t>
    </dgm:pt>
    <dgm:pt modelId="{DF9B1F68-2F6A-4C26-BECE-D28FCA63EA5C}" type="parTrans" cxnId="{94C39EA6-98AA-4E46-B188-026C31DB91D7}">
      <dgm:prSet/>
      <dgm:spPr/>
      <dgm:t>
        <a:bodyPr/>
        <a:lstStyle/>
        <a:p>
          <a:endParaRPr lang="en-US"/>
        </a:p>
      </dgm:t>
    </dgm:pt>
    <dgm:pt modelId="{987A7302-3969-4D28-8E2F-41250B9D03F9}" type="sibTrans" cxnId="{94C39EA6-98AA-4E46-B188-026C31DB91D7}">
      <dgm:prSet/>
      <dgm:spPr/>
      <dgm:t>
        <a:bodyPr/>
        <a:lstStyle/>
        <a:p>
          <a:endParaRPr lang="en-US"/>
        </a:p>
      </dgm:t>
    </dgm:pt>
    <dgm:pt modelId="{F166BAB3-2391-455F-BD3F-74882BDE392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It gets weather data from WeatherAPI.com</a:t>
          </a:r>
        </a:p>
      </dgm:t>
    </dgm:pt>
    <dgm:pt modelId="{96DCDE34-384F-4389-B867-95FD4F20BB4A}" type="parTrans" cxnId="{56FE68CC-A9C0-4C7B-AFC0-A2F6C49E6788}">
      <dgm:prSet/>
      <dgm:spPr/>
      <dgm:t>
        <a:bodyPr/>
        <a:lstStyle/>
        <a:p>
          <a:endParaRPr lang="en-US"/>
        </a:p>
      </dgm:t>
    </dgm:pt>
    <dgm:pt modelId="{FE9B656A-A2F5-49D2-8B34-5409F334604C}" type="sibTrans" cxnId="{56FE68CC-A9C0-4C7B-AFC0-A2F6C49E6788}">
      <dgm:prSet/>
      <dgm:spPr/>
      <dgm:t>
        <a:bodyPr/>
        <a:lstStyle/>
        <a:p>
          <a:endParaRPr lang="en-US"/>
        </a:p>
      </dgm:t>
    </dgm:pt>
    <dgm:pt modelId="{9138672A-D1C5-49BD-8542-F60A5B5B8AD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It shows the results on a webpage</a:t>
          </a:r>
        </a:p>
      </dgm:t>
    </dgm:pt>
    <dgm:pt modelId="{B6F9B82A-5D64-4A93-A850-7D0ABD1FD2C7}" type="parTrans" cxnId="{46F22572-6C43-4583-A205-7F3DB028E81E}">
      <dgm:prSet/>
      <dgm:spPr/>
      <dgm:t>
        <a:bodyPr/>
        <a:lstStyle/>
        <a:p>
          <a:endParaRPr lang="en-US"/>
        </a:p>
      </dgm:t>
    </dgm:pt>
    <dgm:pt modelId="{1A09D249-9050-45DE-9D66-7A666B9D7AEE}" type="sibTrans" cxnId="{46F22572-6C43-4583-A205-7F3DB028E81E}">
      <dgm:prSet/>
      <dgm:spPr/>
      <dgm:t>
        <a:bodyPr/>
        <a:lstStyle/>
        <a:p>
          <a:endParaRPr lang="en-US"/>
        </a:p>
      </dgm:t>
    </dgm:pt>
    <dgm:pt modelId="{60879F4F-EF18-4303-9D4C-A528C84E62A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It also saves the weather into a small local database</a:t>
          </a:r>
        </a:p>
      </dgm:t>
    </dgm:pt>
    <dgm:pt modelId="{047E5136-594E-44EE-AD1F-F4D5EE3ECD02}" type="parTrans" cxnId="{AA14880A-1546-4142-AB34-8963E7D73F38}">
      <dgm:prSet/>
      <dgm:spPr/>
      <dgm:t>
        <a:bodyPr/>
        <a:lstStyle/>
        <a:p>
          <a:endParaRPr lang="en-US"/>
        </a:p>
      </dgm:t>
    </dgm:pt>
    <dgm:pt modelId="{1F9236A2-F1CA-4F51-86DA-2E7C378BE8AE}" type="sibTrans" cxnId="{AA14880A-1546-4142-AB34-8963E7D73F38}">
      <dgm:prSet/>
      <dgm:spPr/>
      <dgm:t>
        <a:bodyPr/>
        <a:lstStyle/>
        <a:p>
          <a:endParaRPr lang="en-US"/>
        </a:p>
      </dgm:t>
    </dgm:pt>
    <dgm:pt modelId="{E3C16983-FE10-4F2D-8858-025BEC143257}" type="pres">
      <dgm:prSet presAssocID="{9E85C6DF-E685-4489-94CC-D2F47386302F}" presName="root" presStyleCnt="0">
        <dgm:presLayoutVars>
          <dgm:dir/>
          <dgm:resizeHandles val="exact"/>
        </dgm:presLayoutVars>
      </dgm:prSet>
      <dgm:spPr/>
    </dgm:pt>
    <dgm:pt modelId="{41649F8A-81B5-4609-97ED-9A9325ACD357}" type="pres">
      <dgm:prSet presAssocID="{2B711710-7B6A-4777-85B8-23F42F4D7C7A}" presName="compNode" presStyleCnt="0"/>
      <dgm:spPr/>
    </dgm:pt>
    <dgm:pt modelId="{C5A6B978-7552-4551-B6FE-6F0C72194160}" type="pres">
      <dgm:prSet presAssocID="{2B711710-7B6A-4777-85B8-23F42F4D7C7A}" presName="iconBgRect" presStyleLbl="bgShp" presStyleIdx="0" presStyleCnt="4"/>
      <dgm:spPr/>
    </dgm:pt>
    <dgm:pt modelId="{906393F6-EA6E-4FDB-A169-F408D03C4F3C}" type="pres">
      <dgm:prSet presAssocID="{2B711710-7B6A-4777-85B8-23F42F4D7C7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3F806208-4A49-4B52-BFB7-671AE4064C6C}" type="pres">
      <dgm:prSet presAssocID="{2B711710-7B6A-4777-85B8-23F42F4D7C7A}" presName="spaceRect" presStyleCnt="0"/>
      <dgm:spPr/>
    </dgm:pt>
    <dgm:pt modelId="{400EF8A5-F1B1-4E59-9EC3-CC7B1C1CA3EE}" type="pres">
      <dgm:prSet presAssocID="{2B711710-7B6A-4777-85B8-23F42F4D7C7A}" presName="textRect" presStyleLbl="revTx" presStyleIdx="0" presStyleCnt="4">
        <dgm:presLayoutVars>
          <dgm:chMax val="1"/>
          <dgm:chPref val="1"/>
        </dgm:presLayoutVars>
      </dgm:prSet>
      <dgm:spPr/>
    </dgm:pt>
    <dgm:pt modelId="{C8B1B2CC-8F80-447E-A329-84B7EB445A33}" type="pres">
      <dgm:prSet presAssocID="{987A7302-3969-4D28-8E2F-41250B9D03F9}" presName="sibTrans" presStyleCnt="0"/>
      <dgm:spPr/>
    </dgm:pt>
    <dgm:pt modelId="{A4F22308-84EB-4D69-866B-74136BAFB7AE}" type="pres">
      <dgm:prSet presAssocID="{F166BAB3-2391-455F-BD3F-74882BDE392C}" presName="compNode" presStyleCnt="0"/>
      <dgm:spPr/>
    </dgm:pt>
    <dgm:pt modelId="{92FA047A-68F7-4AFE-8AEE-6C657CF49441}" type="pres">
      <dgm:prSet presAssocID="{F166BAB3-2391-455F-BD3F-74882BDE392C}" presName="iconBgRect" presStyleLbl="bgShp" presStyleIdx="1" presStyleCnt="4"/>
      <dgm:spPr/>
    </dgm:pt>
    <dgm:pt modelId="{BFF9B9EF-0CA4-4169-8B82-5B2613A36892}" type="pres">
      <dgm:prSet presAssocID="{F166BAB3-2391-455F-BD3F-74882BDE392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13899D34-9E4F-42F4-B4FD-43DC60E40B13}" type="pres">
      <dgm:prSet presAssocID="{F166BAB3-2391-455F-BD3F-74882BDE392C}" presName="spaceRect" presStyleCnt="0"/>
      <dgm:spPr/>
    </dgm:pt>
    <dgm:pt modelId="{E33ED7DC-5B18-42E7-B581-D32B8CADE277}" type="pres">
      <dgm:prSet presAssocID="{F166BAB3-2391-455F-BD3F-74882BDE392C}" presName="textRect" presStyleLbl="revTx" presStyleIdx="1" presStyleCnt="4">
        <dgm:presLayoutVars>
          <dgm:chMax val="1"/>
          <dgm:chPref val="1"/>
        </dgm:presLayoutVars>
      </dgm:prSet>
      <dgm:spPr/>
    </dgm:pt>
    <dgm:pt modelId="{36BB0370-81D8-44EC-AF76-A2D3986CB5DB}" type="pres">
      <dgm:prSet presAssocID="{FE9B656A-A2F5-49D2-8B34-5409F334604C}" presName="sibTrans" presStyleCnt="0"/>
      <dgm:spPr/>
    </dgm:pt>
    <dgm:pt modelId="{337DA6FB-0113-41D8-947D-E408A2798159}" type="pres">
      <dgm:prSet presAssocID="{9138672A-D1C5-49BD-8542-F60A5B5B8AD3}" presName="compNode" presStyleCnt="0"/>
      <dgm:spPr/>
    </dgm:pt>
    <dgm:pt modelId="{09354B9C-AC4A-44DC-B84F-59DABA4E46DD}" type="pres">
      <dgm:prSet presAssocID="{9138672A-D1C5-49BD-8542-F60A5B5B8AD3}" presName="iconBgRect" presStyleLbl="bgShp" presStyleIdx="2" presStyleCnt="4"/>
      <dgm:spPr/>
    </dgm:pt>
    <dgm:pt modelId="{330ECD1D-316C-4993-8E7A-3EB2456F8CC7}" type="pres">
      <dgm:prSet presAssocID="{9138672A-D1C5-49BD-8542-F60A5B5B8AD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443D1260-3819-41BD-BBDC-C83B10CCA050}" type="pres">
      <dgm:prSet presAssocID="{9138672A-D1C5-49BD-8542-F60A5B5B8AD3}" presName="spaceRect" presStyleCnt="0"/>
      <dgm:spPr/>
    </dgm:pt>
    <dgm:pt modelId="{DD2CA2E6-E79E-45B3-A86E-A08D22D1C735}" type="pres">
      <dgm:prSet presAssocID="{9138672A-D1C5-49BD-8542-F60A5B5B8AD3}" presName="textRect" presStyleLbl="revTx" presStyleIdx="2" presStyleCnt="4">
        <dgm:presLayoutVars>
          <dgm:chMax val="1"/>
          <dgm:chPref val="1"/>
        </dgm:presLayoutVars>
      </dgm:prSet>
      <dgm:spPr/>
    </dgm:pt>
    <dgm:pt modelId="{5E65B412-FC94-4DC2-A794-0237248D81D4}" type="pres">
      <dgm:prSet presAssocID="{1A09D249-9050-45DE-9D66-7A666B9D7AEE}" presName="sibTrans" presStyleCnt="0"/>
      <dgm:spPr/>
    </dgm:pt>
    <dgm:pt modelId="{74AEA95F-4941-45A1-B4DF-FBD763711FCC}" type="pres">
      <dgm:prSet presAssocID="{60879F4F-EF18-4303-9D4C-A528C84E62A1}" presName="compNode" presStyleCnt="0"/>
      <dgm:spPr/>
    </dgm:pt>
    <dgm:pt modelId="{FB1A7335-2CEB-4D38-8101-72C6E4468F2B}" type="pres">
      <dgm:prSet presAssocID="{60879F4F-EF18-4303-9D4C-A528C84E62A1}" presName="iconBgRect" presStyleLbl="bgShp" presStyleIdx="3" presStyleCnt="4"/>
      <dgm:spPr/>
    </dgm:pt>
    <dgm:pt modelId="{31988274-0B54-4C91-B9EB-A83A0C9E4037}" type="pres">
      <dgm:prSet presAssocID="{60879F4F-EF18-4303-9D4C-A528C84E62A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78387E31-79B6-4DEA-A162-A2548DCA7A0E}" type="pres">
      <dgm:prSet presAssocID="{60879F4F-EF18-4303-9D4C-A528C84E62A1}" presName="spaceRect" presStyleCnt="0"/>
      <dgm:spPr/>
    </dgm:pt>
    <dgm:pt modelId="{30C8A0EC-2484-47DE-9881-1F105BC8F937}" type="pres">
      <dgm:prSet presAssocID="{60879F4F-EF18-4303-9D4C-A528C84E62A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DAA9205-7A1C-4572-AFD6-FA7D1337FAE0}" type="presOf" srcId="{2B711710-7B6A-4777-85B8-23F42F4D7C7A}" destId="{400EF8A5-F1B1-4E59-9EC3-CC7B1C1CA3EE}" srcOrd="0" destOrd="0" presId="urn:microsoft.com/office/officeart/2018/5/layout/IconCircleLabelList"/>
    <dgm:cxn modelId="{AA14880A-1546-4142-AB34-8963E7D73F38}" srcId="{9E85C6DF-E685-4489-94CC-D2F47386302F}" destId="{60879F4F-EF18-4303-9D4C-A528C84E62A1}" srcOrd="3" destOrd="0" parTransId="{047E5136-594E-44EE-AD1F-F4D5EE3ECD02}" sibTransId="{1F9236A2-F1CA-4F51-86DA-2E7C378BE8AE}"/>
    <dgm:cxn modelId="{8413721F-C195-4EC0-AA64-16698B233680}" type="presOf" srcId="{F166BAB3-2391-455F-BD3F-74882BDE392C}" destId="{E33ED7DC-5B18-42E7-B581-D32B8CADE277}" srcOrd="0" destOrd="0" presId="urn:microsoft.com/office/officeart/2018/5/layout/IconCircleLabelList"/>
    <dgm:cxn modelId="{46F22572-6C43-4583-A205-7F3DB028E81E}" srcId="{9E85C6DF-E685-4489-94CC-D2F47386302F}" destId="{9138672A-D1C5-49BD-8542-F60A5B5B8AD3}" srcOrd="2" destOrd="0" parTransId="{B6F9B82A-5D64-4A93-A850-7D0ABD1FD2C7}" sibTransId="{1A09D249-9050-45DE-9D66-7A666B9D7AEE}"/>
    <dgm:cxn modelId="{F644437A-F4FE-4E6E-9359-559D1BBB4F14}" type="presOf" srcId="{9E85C6DF-E685-4489-94CC-D2F47386302F}" destId="{E3C16983-FE10-4F2D-8858-025BEC143257}" srcOrd="0" destOrd="0" presId="urn:microsoft.com/office/officeart/2018/5/layout/IconCircleLabelList"/>
    <dgm:cxn modelId="{94C39EA6-98AA-4E46-B188-026C31DB91D7}" srcId="{9E85C6DF-E685-4489-94CC-D2F47386302F}" destId="{2B711710-7B6A-4777-85B8-23F42F4D7C7A}" srcOrd="0" destOrd="0" parTransId="{DF9B1F68-2F6A-4C26-BECE-D28FCA63EA5C}" sibTransId="{987A7302-3969-4D28-8E2F-41250B9D03F9}"/>
    <dgm:cxn modelId="{32387DCB-D85D-4A67-8A2D-2C2CE98A9262}" type="presOf" srcId="{60879F4F-EF18-4303-9D4C-A528C84E62A1}" destId="{30C8A0EC-2484-47DE-9881-1F105BC8F937}" srcOrd="0" destOrd="0" presId="urn:microsoft.com/office/officeart/2018/5/layout/IconCircleLabelList"/>
    <dgm:cxn modelId="{56FE68CC-A9C0-4C7B-AFC0-A2F6C49E6788}" srcId="{9E85C6DF-E685-4489-94CC-D2F47386302F}" destId="{F166BAB3-2391-455F-BD3F-74882BDE392C}" srcOrd="1" destOrd="0" parTransId="{96DCDE34-384F-4389-B867-95FD4F20BB4A}" sibTransId="{FE9B656A-A2F5-49D2-8B34-5409F334604C}"/>
    <dgm:cxn modelId="{08F6EEE9-5EDE-4D54-BD2D-481D27373A68}" type="presOf" srcId="{9138672A-D1C5-49BD-8542-F60A5B5B8AD3}" destId="{DD2CA2E6-E79E-45B3-A86E-A08D22D1C735}" srcOrd="0" destOrd="0" presId="urn:microsoft.com/office/officeart/2018/5/layout/IconCircleLabelList"/>
    <dgm:cxn modelId="{90AED8C0-5DF1-4D1E-82EA-4B1B45D0223B}" type="presParOf" srcId="{E3C16983-FE10-4F2D-8858-025BEC143257}" destId="{41649F8A-81B5-4609-97ED-9A9325ACD357}" srcOrd="0" destOrd="0" presId="urn:microsoft.com/office/officeart/2018/5/layout/IconCircleLabelList"/>
    <dgm:cxn modelId="{C93DB1EC-75C7-40E4-8F00-FFA8C66279F8}" type="presParOf" srcId="{41649F8A-81B5-4609-97ED-9A9325ACD357}" destId="{C5A6B978-7552-4551-B6FE-6F0C72194160}" srcOrd="0" destOrd="0" presId="urn:microsoft.com/office/officeart/2018/5/layout/IconCircleLabelList"/>
    <dgm:cxn modelId="{EA43A00C-1663-474F-8907-4E3CA3ED2F01}" type="presParOf" srcId="{41649F8A-81B5-4609-97ED-9A9325ACD357}" destId="{906393F6-EA6E-4FDB-A169-F408D03C4F3C}" srcOrd="1" destOrd="0" presId="urn:microsoft.com/office/officeart/2018/5/layout/IconCircleLabelList"/>
    <dgm:cxn modelId="{87BE7631-EACE-4B37-9001-55C187CC37BB}" type="presParOf" srcId="{41649F8A-81B5-4609-97ED-9A9325ACD357}" destId="{3F806208-4A49-4B52-BFB7-671AE4064C6C}" srcOrd="2" destOrd="0" presId="urn:microsoft.com/office/officeart/2018/5/layout/IconCircleLabelList"/>
    <dgm:cxn modelId="{EAA6955C-164D-4556-81C1-0E81A31AC675}" type="presParOf" srcId="{41649F8A-81B5-4609-97ED-9A9325ACD357}" destId="{400EF8A5-F1B1-4E59-9EC3-CC7B1C1CA3EE}" srcOrd="3" destOrd="0" presId="urn:microsoft.com/office/officeart/2018/5/layout/IconCircleLabelList"/>
    <dgm:cxn modelId="{B7C95A5D-3D47-41AB-9D00-927FB239097C}" type="presParOf" srcId="{E3C16983-FE10-4F2D-8858-025BEC143257}" destId="{C8B1B2CC-8F80-447E-A329-84B7EB445A33}" srcOrd="1" destOrd="0" presId="urn:microsoft.com/office/officeart/2018/5/layout/IconCircleLabelList"/>
    <dgm:cxn modelId="{C40E75EE-F2A8-4771-A6E5-5A6AC45EC1DD}" type="presParOf" srcId="{E3C16983-FE10-4F2D-8858-025BEC143257}" destId="{A4F22308-84EB-4D69-866B-74136BAFB7AE}" srcOrd="2" destOrd="0" presId="urn:microsoft.com/office/officeart/2018/5/layout/IconCircleLabelList"/>
    <dgm:cxn modelId="{7889A162-88B7-491E-B0ED-C75EDD36109C}" type="presParOf" srcId="{A4F22308-84EB-4D69-866B-74136BAFB7AE}" destId="{92FA047A-68F7-4AFE-8AEE-6C657CF49441}" srcOrd="0" destOrd="0" presId="urn:microsoft.com/office/officeart/2018/5/layout/IconCircleLabelList"/>
    <dgm:cxn modelId="{3588A074-BCD5-453E-876A-394CE6842AB5}" type="presParOf" srcId="{A4F22308-84EB-4D69-866B-74136BAFB7AE}" destId="{BFF9B9EF-0CA4-4169-8B82-5B2613A36892}" srcOrd="1" destOrd="0" presId="urn:microsoft.com/office/officeart/2018/5/layout/IconCircleLabelList"/>
    <dgm:cxn modelId="{AA7042FD-20CC-4345-8F9C-9844AD564BD6}" type="presParOf" srcId="{A4F22308-84EB-4D69-866B-74136BAFB7AE}" destId="{13899D34-9E4F-42F4-B4FD-43DC60E40B13}" srcOrd="2" destOrd="0" presId="urn:microsoft.com/office/officeart/2018/5/layout/IconCircleLabelList"/>
    <dgm:cxn modelId="{5F5A4D10-D9C0-43AD-B4F9-4CC1E8B4161D}" type="presParOf" srcId="{A4F22308-84EB-4D69-866B-74136BAFB7AE}" destId="{E33ED7DC-5B18-42E7-B581-D32B8CADE277}" srcOrd="3" destOrd="0" presId="urn:microsoft.com/office/officeart/2018/5/layout/IconCircleLabelList"/>
    <dgm:cxn modelId="{22222C83-B450-499C-99CC-6A17919971AC}" type="presParOf" srcId="{E3C16983-FE10-4F2D-8858-025BEC143257}" destId="{36BB0370-81D8-44EC-AF76-A2D3986CB5DB}" srcOrd="3" destOrd="0" presId="urn:microsoft.com/office/officeart/2018/5/layout/IconCircleLabelList"/>
    <dgm:cxn modelId="{B7EC964F-076D-4B52-A64B-62D0C3FD3389}" type="presParOf" srcId="{E3C16983-FE10-4F2D-8858-025BEC143257}" destId="{337DA6FB-0113-41D8-947D-E408A2798159}" srcOrd="4" destOrd="0" presId="urn:microsoft.com/office/officeart/2018/5/layout/IconCircleLabelList"/>
    <dgm:cxn modelId="{F95EF6C4-2B9D-4AAF-83E0-F4B6CE748DAF}" type="presParOf" srcId="{337DA6FB-0113-41D8-947D-E408A2798159}" destId="{09354B9C-AC4A-44DC-B84F-59DABA4E46DD}" srcOrd="0" destOrd="0" presId="urn:microsoft.com/office/officeart/2018/5/layout/IconCircleLabelList"/>
    <dgm:cxn modelId="{4135F4A5-9195-4BF7-9373-E814FD2D30CB}" type="presParOf" srcId="{337DA6FB-0113-41D8-947D-E408A2798159}" destId="{330ECD1D-316C-4993-8E7A-3EB2456F8CC7}" srcOrd="1" destOrd="0" presId="urn:microsoft.com/office/officeart/2018/5/layout/IconCircleLabelList"/>
    <dgm:cxn modelId="{C1C23CC1-576A-4C37-BA2E-178B21A0A5DC}" type="presParOf" srcId="{337DA6FB-0113-41D8-947D-E408A2798159}" destId="{443D1260-3819-41BD-BBDC-C83B10CCA050}" srcOrd="2" destOrd="0" presId="urn:microsoft.com/office/officeart/2018/5/layout/IconCircleLabelList"/>
    <dgm:cxn modelId="{706CAA89-451D-4508-A2C4-A00E0A31F152}" type="presParOf" srcId="{337DA6FB-0113-41D8-947D-E408A2798159}" destId="{DD2CA2E6-E79E-45B3-A86E-A08D22D1C735}" srcOrd="3" destOrd="0" presId="urn:microsoft.com/office/officeart/2018/5/layout/IconCircleLabelList"/>
    <dgm:cxn modelId="{85DFE14C-4A1B-4376-97FC-51D04F47DAD3}" type="presParOf" srcId="{E3C16983-FE10-4F2D-8858-025BEC143257}" destId="{5E65B412-FC94-4DC2-A794-0237248D81D4}" srcOrd="5" destOrd="0" presId="urn:microsoft.com/office/officeart/2018/5/layout/IconCircleLabelList"/>
    <dgm:cxn modelId="{E9A212FB-D513-4919-A6B5-BDE6EF4A6D92}" type="presParOf" srcId="{E3C16983-FE10-4F2D-8858-025BEC143257}" destId="{74AEA95F-4941-45A1-B4DF-FBD763711FCC}" srcOrd="6" destOrd="0" presId="urn:microsoft.com/office/officeart/2018/5/layout/IconCircleLabelList"/>
    <dgm:cxn modelId="{E0586068-FE4F-4EE9-BA5A-CF3FCE145F69}" type="presParOf" srcId="{74AEA95F-4941-45A1-B4DF-FBD763711FCC}" destId="{FB1A7335-2CEB-4D38-8101-72C6E4468F2B}" srcOrd="0" destOrd="0" presId="urn:microsoft.com/office/officeart/2018/5/layout/IconCircleLabelList"/>
    <dgm:cxn modelId="{865A2873-E9BB-47B2-A0F9-F8360BF44A8B}" type="presParOf" srcId="{74AEA95F-4941-45A1-B4DF-FBD763711FCC}" destId="{31988274-0B54-4C91-B9EB-A83A0C9E4037}" srcOrd="1" destOrd="0" presId="urn:microsoft.com/office/officeart/2018/5/layout/IconCircleLabelList"/>
    <dgm:cxn modelId="{C6B714C3-B1BC-44E9-98F4-80A24D3F1D7D}" type="presParOf" srcId="{74AEA95F-4941-45A1-B4DF-FBD763711FCC}" destId="{78387E31-79B6-4DEA-A162-A2548DCA7A0E}" srcOrd="2" destOrd="0" presId="urn:microsoft.com/office/officeart/2018/5/layout/IconCircleLabelList"/>
    <dgm:cxn modelId="{A2F7D305-A8ED-40C2-A6C8-0F27CD642A99}" type="presParOf" srcId="{74AEA95F-4941-45A1-B4DF-FBD763711FCC}" destId="{30C8A0EC-2484-47DE-9881-1F105BC8F93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51880D-1FC6-4F9F-9949-D7E2E33E6E75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1A21DBA-7DFD-40D7-8FC7-2E234BEA4675}">
      <dgm:prSet/>
      <dgm:spPr/>
      <dgm:t>
        <a:bodyPr/>
        <a:lstStyle/>
        <a:p>
          <a:r>
            <a:rPr lang="en-US"/>
            <a:t>Flask → runs the web app &amp; loads HTML pages</a:t>
          </a:r>
        </a:p>
      </dgm:t>
    </dgm:pt>
    <dgm:pt modelId="{2F041F08-1384-4BCF-957F-E14F44A43999}" type="parTrans" cxnId="{20602E3D-983E-4CC9-B1D2-5E0A145804DF}">
      <dgm:prSet/>
      <dgm:spPr/>
      <dgm:t>
        <a:bodyPr/>
        <a:lstStyle/>
        <a:p>
          <a:endParaRPr lang="en-US"/>
        </a:p>
      </dgm:t>
    </dgm:pt>
    <dgm:pt modelId="{6F547F7A-87F3-4CB9-9E08-F8FBF6989597}" type="sibTrans" cxnId="{20602E3D-983E-4CC9-B1D2-5E0A145804DF}">
      <dgm:prSet/>
      <dgm:spPr/>
      <dgm:t>
        <a:bodyPr/>
        <a:lstStyle/>
        <a:p>
          <a:endParaRPr lang="en-US"/>
        </a:p>
      </dgm:t>
    </dgm:pt>
    <dgm:pt modelId="{0C33BB22-187A-4C85-A65B-AE9745ECE1B2}">
      <dgm:prSet/>
      <dgm:spPr/>
      <dgm:t>
        <a:bodyPr/>
        <a:lstStyle/>
        <a:p>
          <a:r>
            <a:rPr lang="en-US"/>
            <a:t>requests → used to call the Weather API</a:t>
          </a:r>
        </a:p>
      </dgm:t>
    </dgm:pt>
    <dgm:pt modelId="{FD6239AE-C27B-40B3-B186-45B6598366C6}" type="parTrans" cxnId="{373C4CE9-D514-4E19-8FDA-1A5A00CDA980}">
      <dgm:prSet/>
      <dgm:spPr/>
      <dgm:t>
        <a:bodyPr/>
        <a:lstStyle/>
        <a:p>
          <a:endParaRPr lang="en-US"/>
        </a:p>
      </dgm:t>
    </dgm:pt>
    <dgm:pt modelId="{2528810F-085D-48D5-A59C-F0FAF921A642}" type="sibTrans" cxnId="{373C4CE9-D514-4E19-8FDA-1A5A00CDA980}">
      <dgm:prSet/>
      <dgm:spPr/>
      <dgm:t>
        <a:bodyPr/>
        <a:lstStyle/>
        <a:p>
          <a:endParaRPr lang="en-US"/>
        </a:p>
      </dgm:t>
    </dgm:pt>
    <dgm:pt modelId="{90244324-1E78-4228-9151-E9FAD1140E44}">
      <dgm:prSet/>
      <dgm:spPr/>
      <dgm:t>
        <a:bodyPr/>
        <a:lstStyle/>
        <a:p>
          <a:r>
            <a:rPr lang="en-US"/>
            <a:t>sqlite3 → stores weather data</a:t>
          </a:r>
        </a:p>
      </dgm:t>
    </dgm:pt>
    <dgm:pt modelId="{1655528E-6123-4B79-848B-5D9A4D9D26C3}" type="parTrans" cxnId="{31A9A184-9398-46A1-B6F2-D2D0D60A5A40}">
      <dgm:prSet/>
      <dgm:spPr/>
      <dgm:t>
        <a:bodyPr/>
        <a:lstStyle/>
        <a:p>
          <a:endParaRPr lang="en-US"/>
        </a:p>
      </dgm:t>
    </dgm:pt>
    <dgm:pt modelId="{FB30EA08-0B9D-4C7D-BB5F-D08DD407386A}" type="sibTrans" cxnId="{31A9A184-9398-46A1-B6F2-D2D0D60A5A40}">
      <dgm:prSet/>
      <dgm:spPr/>
      <dgm:t>
        <a:bodyPr/>
        <a:lstStyle/>
        <a:p>
          <a:endParaRPr lang="en-US"/>
        </a:p>
      </dgm:t>
    </dgm:pt>
    <dgm:pt modelId="{CCB3634B-44B5-48AD-8F5D-D119FA7B0D6D}">
      <dgm:prSet/>
      <dgm:spPr/>
      <dgm:t>
        <a:bodyPr/>
        <a:lstStyle/>
        <a:p>
          <a:r>
            <a:rPr lang="en-US"/>
            <a:t>json → used to save JSON files</a:t>
          </a:r>
        </a:p>
      </dgm:t>
    </dgm:pt>
    <dgm:pt modelId="{F39ED009-9ABF-417D-A5C4-C4146CEFE64C}" type="parTrans" cxnId="{172F9BF8-1BC9-4B73-8B65-DCA33692DFF3}">
      <dgm:prSet/>
      <dgm:spPr/>
      <dgm:t>
        <a:bodyPr/>
        <a:lstStyle/>
        <a:p>
          <a:endParaRPr lang="en-US"/>
        </a:p>
      </dgm:t>
    </dgm:pt>
    <dgm:pt modelId="{6588333F-C559-47B5-8FAC-B78AF05B9621}" type="sibTrans" cxnId="{172F9BF8-1BC9-4B73-8B65-DCA33692DFF3}">
      <dgm:prSet/>
      <dgm:spPr/>
      <dgm:t>
        <a:bodyPr/>
        <a:lstStyle/>
        <a:p>
          <a:endParaRPr lang="en-US"/>
        </a:p>
      </dgm:t>
    </dgm:pt>
    <dgm:pt modelId="{3DCE609A-B122-4092-AC32-24098B5F9907}" type="pres">
      <dgm:prSet presAssocID="{3E51880D-1FC6-4F9F-9949-D7E2E33E6E7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628EF7C-E4E8-4042-A013-721F6B726D1B}" type="pres">
      <dgm:prSet presAssocID="{F1A21DBA-7DFD-40D7-8FC7-2E234BEA4675}" presName="hierRoot1" presStyleCnt="0"/>
      <dgm:spPr/>
    </dgm:pt>
    <dgm:pt modelId="{266DA3C1-1397-4F72-9367-0BC20558310B}" type="pres">
      <dgm:prSet presAssocID="{F1A21DBA-7DFD-40D7-8FC7-2E234BEA4675}" presName="composite" presStyleCnt="0"/>
      <dgm:spPr/>
    </dgm:pt>
    <dgm:pt modelId="{6107F073-CE55-444F-985C-E314A4EB8C67}" type="pres">
      <dgm:prSet presAssocID="{F1A21DBA-7DFD-40D7-8FC7-2E234BEA4675}" presName="background" presStyleLbl="node0" presStyleIdx="0" presStyleCnt="4"/>
      <dgm:spPr/>
    </dgm:pt>
    <dgm:pt modelId="{E4A0E014-EEF9-4301-9FB8-7861C19B0E17}" type="pres">
      <dgm:prSet presAssocID="{F1A21DBA-7DFD-40D7-8FC7-2E234BEA4675}" presName="text" presStyleLbl="fgAcc0" presStyleIdx="0" presStyleCnt="4">
        <dgm:presLayoutVars>
          <dgm:chPref val="3"/>
        </dgm:presLayoutVars>
      </dgm:prSet>
      <dgm:spPr/>
    </dgm:pt>
    <dgm:pt modelId="{85145D16-9DE4-4226-9FF3-33A8AC72B3E4}" type="pres">
      <dgm:prSet presAssocID="{F1A21DBA-7DFD-40D7-8FC7-2E234BEA4675}" presName="hierChild2" presStyleCnt="0"/>
      <dgm:spPr/>
    </dgm:pt>
    <dgm:pt modelId="{00397F64-758A-494B-B746-CBCB2B048F51}" type="pres">
      <dgm:prSet presAssocID="{0C33BB22-187A-4C85-A65B-AE9745ECE1B2}" presName="hierRoot1" presStyleCnt="0"/>
      <dgm:spPr/>
    </dgm:pt>
    <dgm:pt modelId="{F9E6F032-D494-450A-9672-04ACA7CDC70C}" type="pres">
      <dgm:prSet presAssocID="{0C33BB22-187A-4C85-A65B-AE9745ECE1B2}" presName="composite" presStyleCnt="0"/>
      <dgm:spPr/>
    </dgm:pt>
    <dgm:pt modelId="{D30C1093-FF6D-4181-AE1C-82C58B13C72A}" type="pres">
      <dgm:prSet presAssocID="{0C33BB22-187A-4C85-A65B-AE9745ECE1B2}" presName="background" presStyleLbl="node0" presStyleIdx="1" presStyleCnt="4"/>
      <dgm:spPr/>
    </dgm:pt>
    <dgm:pt modelId="{41B2ED75-C6A3-4F52-97CE-32D1E605ECA2}" type="pres">
      <dgm:prSet presAssocID="{0C33BB22-187A-4C85-A65B-AE9745ECE1B2}" presName="text" presStyleLbl="fgAcc0" presStyleIdx="1" presStyleCnt="4">
        <dgm:presLayoutVars>
          <dgm:chPref val="3"/>
        </dgm:presLayoutVars>
      </dgm:prSet>
      <dgm:spPr/>
    </dgm:pt>
    <dgm:pt modelId="{6F15ED90-8F18-4360-9A27-3D048116F4E6}" type="pres">
      <dgm:prSet presAssocID="{0C33BB22-187A-4C85-A65B-AE9745ECE1B2}" presName="hierChild2" presStyleCnt="0"/>
      <dgm:spPr/>
    </dgm:pt>
    <dgm:pt modelId="{C5D790F3-21DE-4F49-8F4F-BA8CDE8D2798}" type="pres">
      <dgm:prSet presAssocID="{90244324-1E78-4228-9151-E9FAD1140E44}" presName="hierRoot1" presStyleCnt="0"/>
      <dgm:spPr/>
    </dgm:pt>
    <dgm:pt modelId="{6B5350A4-F1F4-4D17-8602-7D7784329416}" type="pres">
      <dgm:prSet presAssocID="{90244324-1E78-4228-9151-E9FAD1140E44}" presName="composite" presStyleCnt="0"/>
      <dgm:spPr/>
    </dgm:pt>
    <dgm:pt modelId="{3C071076-BA5E-4FA7-9402-3C6D0C886318}" type="pres">
      <dgm:prSet presAssocID="{90244324-1E78-4228-9151-E9FAD1140E44}" presName="background" presStyleLbl="node0" presStyleIdx="2" presStyleCnt="4"/>
      <dgm:spPr/>
    </dgm:pt>
    <dgm:pt modelId="{994D60C3-DED0-45F0-A685-54981AAC1369}" type="pres">
      <dgm:prSet presAssocID="{90244324-1E78-4228-9151-E9FAD1140E44}" presName="text" presStyleLbl="fgAcc0" presStyleIdx="2" presStyleCnt="4">
        <dgm:presLayoutVars>
          <dgm:chPref val="3"/>
        </dgm:presLayoutVars>
      </dgm:prSet>
      <dgm:spPr/>
    </dgm:pt>
    <dgm:pt modelId="{4A3FB597-D6DB-4B9C-B11F-C3D0D1718FA5}" type="pres">
      <dgm:prSet presAssocID="{90244324-1E78-4228-9151-E9FAD1140E44}" presName="hierChild2" presStyleCnt="0"/>
      <dgm:spPr/>
    </dgm:pt>
    <dgm:pt modelId="{CD66B994-89FD-40ED-9EE9-ED681B6A003B}" type="pres">
      <dgm:prSet presAssocID="{CCB3634B-44B5-48AD-8F5D-D119FA7B0D6D}" presName="hierRoot1" presStyleCnt="0"/>
      <dgm:spPr/>
    </dgm:pt>
    <dgm:pt modelId="{510BADC7-BB02-4BF5-BDDA-C789AC7889C1}" type="pres">
      <dgm:prSet presAssocID="{CCB3634B-44B5-48AD-8F5D-D119FA7B0D6D}" presName="composite" presStyleCnt="0"/>
      <dgm:spPr/>
    </dgm:pt>
    <dgm:pt modelId="{AB12D8B3-F665-432B-8DED-0139F7BE291E}" type="pres">
      <dgm:prSet presAssocID="{CCB3634B-44B5-48AD-8F5D-D119FA7B0D6D}" presName="background" presStyleLbl="node0" presStyleIdx="3" presStyleCnt="4"/>
      <dgm:spPr/>
    </dgm:pt>
    <dgm:pt modelId="{C588E264-B582-43A0-9D5C-73CE657C5F6A}" type="pres">
      <dgm:prSet presAssocID="{CCB3634B-44B5-48AD-8F5D-D119FA7B0D6D}" presName="text" presStyleLbl="fgAcc0" presStyleIdx="3" presStyleCnt="4">
        <dgm:presLayoutVars>
          <dgm:chPref val="3"/>
        </dgm:presLayoutVars>
      </dgm:prSet>
      <dgm:spPr/>
    </dgm:pt>
    <dgm:pt modelId="{D04EC7B7-030F-4E64-95E6-F2029D44A386}" type="pres">
      <dgm:prSet presAssocID="{CCB3634B-44B5-48AD-8F5D-D119FA7B0D6D}" presName="hierChild2" presStyleCnt="0"/>
      <dgm:spPr/>
    </dgm:pt>
  </dgm:ptLst>
  <dgm:cxnLst>
    <dgm:cxn modelId="{20602E3D-983E-4CC9-B1D2-5E0A145804DF}" srcId="{3E51880D-1FC6-4F9F-9949-D7E2E33E6E75}" destId="{F1A21DBA-7DFD-40D7-8FC7-2E234BEA4675}" srcOrd="0" destOrd="0" parTransId="{2F041F08-1384-4BCF-957F-E14F44A43999}" sibTransId="{6F547F7A-87F3-4CB9-9E08-F8FBF6989597}"/>
    <dgm:cxn modelId="{F0C43772-C579-41E3-BBA6-C2FE7D7679C4}" type="presOf" srcId="{90244324-1E78-4228-9151-E9FAD1140E44}" destId="{994D60C3-DED0-45F0-A685-54981AAC1369}" srcOrd="0" destOrd="0" presId="urn:microsoft.com/office/officeart/2005/8/layout/hierarchy1"/>
    <dgm:cxn modelId="{31A9A184-9398-46A1-B6F2-D2D0D60A5A40}" srcId="{3E51880D-1FC6-4F9F-9949-D7E2E33E6E75}" destId="{90244324-1E78-4228-9151-E9FAD1140E44}" srcOrd="2" destOrd="0" parTransId="{1655528E-6123-4B79-848B-5D9A4D9D26C3}" sibTransId="{FB30EA08-0B9D-4C7D-BB5F-D08DD407386A}"/>
    <dgm:cxn modelId="{1AE7A6BA-F465-40E1-A2A9-4E45581BEF1D}" type="presOf" srcId="{CCB3634B-44B5-48AD-8F5D-D119FA7B0D6D}" destId="{C588E264-B582-43A0-9D5C-73CE657C5F6A}" srcOrd="0" destOrd="0" presId="urn:microsoft.com/office/officeart/2005/8/layout/hierarchy1"/>
    <dgm:cxn modelId="{FC3C07C9-B375-4B6E-A8ED-1729AB0A15A0}" type="presOf" srcId="{F1A21DBA-7DFD-40D7-8FC7-2E234BEA4675}" destId="{E4A0E014-EEF9-4301-9FB8-7861C19B0E17}" srcOrd="0" destOrd="0" presId="urn:microsoft.com/office/officeart/2005/8/layout/hierarchy1"/>
    <dgm:cxn modelId="{F40D5ACF-90F5-4D04-BA00-4CE078D66F8C}" type="presOf" srcId="{0C33BB22-187A-4C85-A65B-AE9745ECE1B2}" destId="{41B2ED75-C6A3-4F52-97CE-32D1E605ECA2}" srcOrd="0" destOrd="0" presId="urn:microsoft.com/office/officeart/2005/8/layout/hierarchy1"/>
    <dgm:cxn modelId="{373C4CE9-D514-4E19-8FDA-1A5A00CDA980}" srcId="{3E51880D-1FC6-4F9F-9949-D7E2E33E6E75}" destId="{0C33BB22-187A-4C85-A65B-AE9745ECE1B2}" srcOrd="1" destOrd="0" parTransId="{FD6239AE-C27B-40B3-B186-45B6598366C6}" sibTransId="{2528810F-085D-48D5-A59C-F0FAF921A642}"/>
    <dgm:cxn modelId="{C32B62ED-4BE8-4265-A709-0F128AF65DD4}" type="presOf" srcId="{3E51880D-1FC6-4F9F-9949-D7E2E33E6E75}" destId="{3DCE609A-B122-4092-AC32-24098B5F9907}" srcOrd="0" destOrd="0" presId="urn:microsoft.com/office/officeart/2005/8/layout/hierarchy1"/>
    <dgm:cxn modelId="{172F9BF8-1BC9-4B73-8B65-DCA33692DFF3}" srcId="{3E51880D-1FC6-4F9F-9949-D7E2E33E6E75}" destId="{CCB3634B-44B5-48AD-8F5D-D119FA7B0D6D}" srcOrd="3" destOrd="0" parTransId="{F39ED009-9ABF-417D-A5C4-C4146CEFE64C}" sibTransId="{6588333F-C559-47B5-8FAC-B78AF05B9621}"/>
    <dgm:cxn modelId="{9F97C547-4FC5-4DFD-BF89-8E69430959A7}" type="presParOf" srcId="{3DCE609A-B122-4092-AC32-24098B5F9907}" destId="{2628EF7C-E4E8-4042-A013-721F6B726D1B}" srcOrd="0" destOrd="0" presId="urn:microsoft.com/office/officeart/2005/8/layout/hierarchy1"/>
    <dgm:cxn modelId="{D58D8FEC-7CFD-4353-922C-F344F3D8E5DC}" type="presParOf" srcId="{2628EF7C-E4E8-4042-A013-721F6B726D1B}" destId="{266DA3C1-1397-4F72-9367-0BC20558310B}" srcOrd="0" destOrd="0" presId="urn:microsoft.com/office/officeart/2005/8/layout/hierarchy1"/>
    <dgm:cxn modelId="{DDDEB3E1-6EFA-4DE1-8D61-FFC68D3BCD72}" type="presParOf" srcId="{266DA3C1-1397-4F72-9367-0BC20558310B}" destId="{6107F073-CE55-444F-985C-E314A4EB8C67}" srcOrd="0" destOrd="0" presId="urn:microsoft.com/office/officeart/2005/8/layout/hierarchy1"/>
    <dgm:cxn modelId="{F2995021-E327-409B-86F1-6192384777EC}" type="presParOf" srcId="{266DA3C1-1397-4F72-9367-0BC20558310B}" destId="{E4A0E014-EEF9-4301-9FB8-7861C19B0E17}" srcOrd="1" destOrd="0" presId="urn:microsoft.com/office/officeart/2005/8/layout/hierarchy1"/>
    <dgm:cxn modelId="{D4DF7BA4-4D22-4479-9EB7-FD79D8284674}" type="presParOf" srcId="{2628EF7C-E4E8-4042-A013-721F6B726D1B}" destId="{85145D16-9DE4-4226-9FF3-33A8AC72B3E4}" srcOrd="1" destOrd="0" presId="urn:microsoft.com/office/officeart/2005/8/layout/hierarchy1"/>
    <dgm:cxn modelId="{A4C5F241-89F8-42C1-8C17-C8910807C059}" type="presParOf" srcId="{3DCE609A-B122-4092-AC32-24098B5F9907}" destId="{00397F64-758A-494B-B746-CBCB2B048F51}" srcOrd="1" destOrd="0" presId="urn:microsoft.com/office/officeart/2005/8/layout/hierarchy1"/>
    <dgm:cxn modelId="{FD59F91F-261A-4163-A36B-999E4C8301B7}" type="presParOf" srcId="{00397F64-758A-494B-B746-CBCB2B048F51}" destId="{F9E6F032-D494-450A-9672-04ACA7CDC70C}" srcOrd="0" destOrd="0" presId="urn:microsoft.com/office/officeart/2005/8/layout/hierarchy1"/>
    <dgm:cxn modelId="{AE739323-8DDF-4BE0-BA37-E0028C48FD27}" type="presParOf" srcId="{F9E6F032-D494-450A-9672-04ACA7CDC70C}" destId="{D30C1093-FF6D-4181-AE1C-82C58B13C72A}" srcOrd="0" destOrd="0" presId="urn:microsoft.com/office/officeart/2005/8/layout/hierarchy1"/>
    <dgm:cxn modelId="{06751AA0-808B-469E-868C-3E54AE0C2E0D}" type="presParOf" srcId="{F9E6F032-D494-450A-9672-04ACA7CDC70C}" destId="{41B2ED75-C6A3-4F52-97CE-32D1E605ECA2}" srcOrd="1" destOrd="0" presId="urn:microsoft.com/office/officeart/2005/8/layout/hierarchy1"/>
    <dgm:cxn modelId="{6278289A-4F1E-498F-94F5-6D07CAA701D6}" type="presParOf" srcId="{00397F64-758A-494B-B746-CBCB2B048F51}" destId="{6F15ED90-8F18-4360-9A27-3D048116F4E6}" srcOrd="1" destOrd="0" presId="urn:microsoft.com/office/officeart/2005/8/layout/hierarchy1"/>
    <dgm:cxn modelId="{6AA2E5FB-8423-43B8-9AC5-751F7A980BD0}" type="presParOf" srcId="{3DCE609A-B122-4092-AC32-24098B5F9907}" destId="{C5D790F3-21DE-4F49-8F4F-BA8CDE8D2798}" srcOrd="2" destOrd="0" presId="urn:microsoft.com/office/officeart/2005/8/layout/hierarchy1"/>
    <dgm:cxn modelId="{76A792BE-83A8-4335-A4D1-28895D64D8ED}" type="presParOf" srcId="{C5D790F3-21DE-4F49-8F4F-BA8CDE8D2798}" destId="{6B5350A4-F1F4-4D17-8602-7D7784329416}" srcOrd="0" destOrd="0" presId="urn:microsoft.com/office/officeart/2005/8/layout/hierarchy1"/>
    <dgm:cxn modelId="{579041AC-3091-40F7-A285-EC45B75EE0E2}" type="presParOf" srcId="{6B5350A4-F1F4-4D17-8602-7D7784329416}" destId="{3C071076-BA5E-4FA7-9402-3C6D0C886318}" srcOrd="0" destOrd="0" presId="urn:microsoft.com/office/officeart/2005/8/layout/hierarchy1"/>
    <dgm:cxn modelId="{DA95457E-E7A9-49C7-8616-4EC3C811BBCE}" type="presParOf" srcId="{6B5350A4-F1F4-4D17-8602-7D7784329416}" destId="{994D60C3-DED0-45F0-A685-54981AAC1369}" srcOrd="1" destOrd="0" presId="urn:microsoft.com/office/officeart/2005/8/layout/hierarchy1"/>
    <dgm:cxn modelId="{7DA488A0-2724-42E5-8989-0230B8B0959F}" type="presParOf" srcId="{C5D790F3-21DE-4F49-8F4F-BA8CDE8D2798}" destId="{4A3FB597-D6DB-4B9C-B11F-C3D0D1718FA5}" srcOrd="1" destOrd="0" presId="urn:microsoft.com/office/officeart/2005/8/layout/hierarchy1"/>
    <dgm:cxn modelId="{DD240BFB-6352-4710-A809-3405BF2B4BAF}" type="presParOf" srcId="{3DCE609A-B122-4092-AC32-24098B5F9907}" destId="{CD66B994-89FD-40ED-9EE9-ED681B6A003B}" srcOrd="3" destOrd="0" presId="urn:microsoft.com/office/officeart/2005/8/layout/hierarchy1"/>
    <dgm:cxn modelId="{1A54B8C6-B8EF-4665-B14F-710A69A198EA}" type="presParOf" srcId="{CD66B994-89FD-40ED-9EE9-ED681B6A003B}" destId="{510BADC7-BB02-4BF5-BDDA-C789AC7889C1}" srcOrd="0" destOrd="0" presId="urn:microsoft.com/office/officeart/2005/8/layout/hierarchy1"/>
    <dgm:cxn modelId="{C2177BA1-7D4A-4655-992C-EFE61642D075}" type="presParOf" srcId="{510BADC7-BB02-4BF5-BDDA-C789AC7889C1}" destId="{AB12D8B3-F665-432B-8DED-0139F7BE291E}" srcOrd="0" destOrd="0" presId="urn:microsoft.com/office/officeart/2005/8/layout/hierarchy1"/>
    <dgm:cxn modelId="{C3B842F4-63C9-446B-92CB-427B6DA4A01A}" type="presParOf" srcId="{510BADC7-BB02-4BF5-BDDA-C789AC7889C1}" destId="{C588E264-B582-43A0-9D5C-73CE657C5F6A}" srcOrd="1" destOrd="0" presId="urn:microsoft.com/office/officeart/2005/8/layout/hierarchy1"/>
    <dgm:cxn modelId="{9C43ADE4-AA16-44D0-A4D0-D246ADA6AB44}" type="presParOf" srcId="{CD66B994-89FD-40ED-9EE9-ED681B6A003B}" destId="{D04EC7B7-030F-4E64-95E6-F2029D44A38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B8A36A7-C825-4764-98A5-E0806F8B771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A4C7AC9-3C7A-457F-9A57-5FF34E5794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First, it creates a file called </a:t>
          </a:r>
          <a:r>
            <a:rPr lang="en-US" err="1"/>
            <a:t>weather.db</a:t>
          </a:r>
          <a:endParaRPr lang="en-US"/>
        </a:p>
      </dgm:t>
    </dgm:pt>
    <dgm:pt modelId="{478137E1-4023-444E-AD6F-4CC4859470D1}" type="parTrans" cxnId="{A7BE3F5A-E177-4268-A1C5-6A6E25E6E044}">
      <dgm:prSet/>
      <dgm:spPr/>
      <dgm:t>
        <a:bodyPr/>
        <a:lstStyle/>
        <a:p>
          <a:endParaRPr lang="en-US"/>
        </a:p>
      </dgm:t>
    </dgm:pt>
    <dgm:pt modelId="{7451F288-4D22-46F3-B3A1-4B90C7DE2A6F}" type="sibTrans" cxnId="{A7BE3F5A-E177-4268-A1C5-6A6E25E6E044}">
      <dgm:prSet/>
      <dgm:spPr/>
      <dgm:t>
        <a:bodyPr/>
        <a:lstStyle/>
        <a:p>
          <a:endParaRPr lang="en-US"/>
        </a:p>
      </dgm:t>
    </dgm:pt>
    <dgm:pt modelId="{F99FFFCF-ADD9-43DB-BE28-BA881BFADEA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635FBB0-CF5E-4321-82D2-F7F3CA54A985}" type="parTrans" cxnId="{28B958C7-4B57-42F3-8CEE-086342FACB85}">
      <dgm:prSet/>
      <dgm:spPr/>
      <dgm:t>
        <a:bodyPr/>
        <a:lstStyle/>
        <a:p>
          <a:endParaRPr lang="en-US"/>
        </a:p>
      </dgm:t>
    </dgm:pt>
    <dgm:pt modelId="{B193E077-967E-4BC1-8304-67C54E1951EB}" type="sibTrans" cxnId="{28B958C7-4B57-42F3-8CEE-086342FACB85}">
      <dgm:prSet/>
      <dgm:spPr/>
      <dgm:t>
        <a:bodyPr/>
        <a:lstStyle/>
        <a:p>
          <a:endParaRPr lang="en-US"/>
        </a:p>
      </dgm:t>
    </dgm:pt>
    <dgm:pt modelId="{84FBF853-CF92-452F-A61B-BE3BA433FE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Saves city, temperature, humidity, etc.</a:t>
          </a:r>
        </a:p>
      </dgm:t>
    </dgm:pt>
    <dgm:pt modelId="{35619D2F-6F7A-4F09-A904-4892AEA5AED0}" type="parTrans" cxnId="{537D22FF-300C-4BCA-AA8C-A393736296BB}">
      <dgm:prSet/>
      <dgm:spPr/>
      <dgm:t>
        <a:bodyPr/>
        <a:lstStyle/>
        <a:p>
          <a:endParaRPr lang="en-US"/>
        </a:p>
      </dgm:t>
    </dgm:pt>
    <dgm:pt modelId="{F04CC29C-D603-4D7C-BBB0-B3FAB9E13F6F}" type="sibTrans" cxnId="{537D22FF-300C-4BCA-AA8C-A393736296BB}">
      <dgm:prSet/>
      <dgm:spPr/>
      <dgm:t>
        <a:bodyPr/>
        <a:lstStyle/>
        <a:p>
          <a:endParaRPr lang="en-US"/>
        </a:p>
      </dgm:t>
    </dgm:pt>
    <dgm:pt modelId="{57F24CB4-E199-4E75-A88B-6DC18F2B87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helps us keep a DATABASE of the weather</a:t>
          </a:r>
        </a:p>
      </dgm:t>
    </dgm:pt>
    <dgm:pt modelId="{80CA33B8-4AA7-4E33-8E46-28DC550CE4EE}" type="parTrans" cxnId="{B682DC1C-71B4-4F77-AEDB-BE403F0D9C51}">
      <dgm:prSet/>
      <dgm:spPr/>
      <dgm:t>
        <a:bodyPr/>
        <a:lstStyle/>
        <a:p>
          <a:endParaRPr lang="en-US"/>
        </a:p>
      </dgm:t>
    </dgm:pt>
    <dgm:pt modelId="{5C0999AF-F96E-4D1B-9FFB-3E550D6FD958}" type="sibTrans" cxnId="{B682DC1C-71B4-4F77-AEDB-BE403F0D9C51}">
      <dgm:prSet/>
      <dgm:spPr/>
      <dgm:t>
        <a:bodyPr/>
        <a:lstStyle/>
        <a:p>
          <a:endParaRPr lang="en-US"/>
        </a:p>
      </dgm:t>
    </dgm:pt>
    <dgm:pt modelId="{177BC1B3-D9D1-4D1A-BA38-9BD64472DF22}" type="pres">
      <dgm:prSet presAssocID="{6B8A36A7-C825-4764-98A5-E0806F8B771C}" presName="root" presStyleCnt="0">
        <dgm:presLayoutVars>
          <dgm:dir/>
          <dgm:resizeHandles val="exact"/>
        </dgm:presLayoutVars>
      </dgm:prSet>
      <dgm:spPr/>
    </dgm:pt>
    <dgm:pt modelId="{4C2505D7-9E4B-42B2-9BAB-33B70E56A7FE}" type="pres">
      <dgm:prSet presAssocID="{2A4C7AC9-3C7A-457F-9A57-5FF34E57943D}" presName="compNode" presStyleCnt="0"/>
      <dgm:spPr/>
    </dgm:pt>
    <dgm:pt modelId="{E81F4DB0-C759-4A54-97A9-2C7CA2BB9A39}" type="pres">
      <dgm:prSet presAssocID="{2A4C7AC9-3C7A-457F-9A57-5FF34E57943D}" presName="bgRect" presStyleLbl="bgShp" presStyleIdx="0" presStyleCnt="4"/>
      <dgm:spPr/>
    </dgm:pt>
    <dgm:pt modelId="{E9EBF21D-5744-452D-8903-EE940EFB9F4B}" type="pres">
      <dgm:prSet presAssocID="{2A4C7AC9-3C7A-457F-9A57-5FF34E57943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3718A1D-716D-4DAF-A878-07864DF09262}" type="pres">
      <dgm:prSet presAssocID="{2A4C7AC9-3C7A-457F-9A57-5FF34E57943D}" presName="spaceRect" presStyleCnt="0"/>
      <dgm:spPr/>
    </dgm:pt>
    <dgm:pt modelId="{35DC8472-BAD4-47FB-A82E-184AD0FD5D26}" type="pres">
      <dgm:prSet presAssocID="{2A4C7AC9-3C7A-457F-9A57-5FF34E57943D}" presName="parTx" presStyleLbl="revTx" presStyleIdx="0" presStyleCnt="4">
        <dgm:presLayoutVars>
          <dgm:chMax val="0"/>
          <dgm:chPref val="0"/>
        </dgm:presLayoutVars>
      </dgm:prSet>
      <dgm:spPr/>
    </dgm:pt>
    <dgm:pt modelId="{83038D66-8181-4C70-8D0A-5155EB0BA289}" type="pres">
      <dgm:prSet presAssocID="{7451F288-4D22-46F3-B3A1-4B90C7DE2A6F}" presName="sibTrans" presStyleCnt="0"/>
      <dgm:spPr/>
    </dgm:pt>
    <dgm:pt modelId="{4575D4E6-8519-4239-A988-95AEC9D881B3}" type="pres">
      <dgm:prSet presAssocID="{F99FFFCF-ADD9-43DB-BE28-BA881BFADEA4}" presName="compNode" presStyleCnt="0"/>
      <dgm:spPr/>
    </dgm:pt>
    <dgm:pt modelId="{0CA77624-F01F-425F-AC5A-E7CD5AAA2D61}" type="pres">
      <dgm:prSet presAssocID="{F99FFFCF-ADD9-43DB-BE28-BA881BFADEA4}" presName="bgRect" presStyleLbl="bgShp" presStyleIdx="1" presStyleCnt="4"/>
      <dgm:spPr/>
    </dgm:pt>
    <dgm:pt modelId="{145B7509-EAB5-446D-AE45-9256607BA238}" type="pres">
      <dgm:prSet presAssocID="{F99FFFCF-ADD9-43DB-BE28-BA881BFADEA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BA5B04B5-CD47-402B-958D-3E951DB5E2F7}" type="pres">
      <dgm:prSet presAssocID="{F99FFFCF-ADD9-43DB-BE28-BA881BFADEA4}" presName="spaceRect" presStyleCnt="0"/>
      <dgm:spPr/>
    </dgm:pt>
    <dgm:pt modelId="{F381B0D1-A1C6-46A9-A98D-7C3B002363B0}" type="pres">
      <dgm:prSet presAssocID="{F99FFFCF-ADD9-43DB-BE28-BA881BFADEA4}" presName="parTx" presStyleLbl="revTx" presStyleIdx="1" presStyleCnt="4">
        <dgm:presLayoutVars>
          <dgm:chMax val="0"/>
          <dgm:chPref val="0"/>
        </dgm:presLayoutVars>
      </dgm:prSet>
      <dgm:spPr/>
    </dgm:pt>
    <dgm:pt modelId="{A8686555-94F0-49AD-BA4A-06F7C2024EEB}" type="pres">
      <dgm:prSet presAssocID="{B193E077-967E-4BC1-8304-67C54E1951EB}" presName="sibTrans" presStyleCnt="0"/>
      <dgm:spPr/>
    </dgm:pt>
    <dgm:pt modelId="{4CA630A8-99FC-4A76-A233-01202603DEAE}" type="pres">
      <dgm:prSet presAssocID="{84FBF853-CF92-452F-A61B-BE3BA433FE44}" presName="compNode" presStyleCnt="0"/>
      <dgm:spPr/>
    </dgm:pt>
    <dgm:pt modelId="{A577DFCF-29DE-4DED-8AFA-D122524F6DCD}" type="pres">
      <dgm:prSet presAssocID="{84FBF853-CF92-452F-A61B-BE3BA433FE44}" presName="bgRect" presStyleLbl="bgShp" presStyleIdx="2" presStyleCnt="4"/>
      <dgm:spPr/>
    </dgm:pt>
    <dgm:pt modelId="{17005DD4-B1DC-43DE-AE15-B7DB4174190B}" type="pres">
      <dgm:prSet presAssocID="{84FBF853-CF92-452F-A61B-BE3BA433FE4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F5D628A4-5F64-4772-8F02-D802DEC8D6F7}" type="pres">
      <dgm:prSet presAssocID="{84FBF853-CF92-452F-A61B-BE3BA433FE44}" presName="spaceRect" presStyleCnt="0"/>
      <dgm:spPr/>
    </dgm:pt>
    <dgm:pt modelId="{FBF03465-4114-4944-8959-EA9900BA27D9}" type="pres">
      <dgm:prSet presAssocID="{84FBF853-CF92-452F-A61B-BE3BA433FE44}" presName="parTx" presStyleLbl="revTx" presStyleIdx="2" presStyleCnt="4">
        <dgm:presLayoutVars>
          <dgm:chMax val="0"/>
          <dgm:chPref val="0"/>
        </dgm:presLayoutVars>
      </dgm:prSet>
      <dgm:spPr/>
    </dgm:pt>
    <dgm:pt modelId="{4BBB016F-40E6-41FB-80A4-B5300875EBE1}" type="pres">
      <dgm:prSet presAssocID="{F04CC29C-D603-4D7C-BBB0-B3FAB9E13F6F}" presName="sibTrans" presStyleCnt="0"/>
      <dgm:spPr/>
    </dgm:pt>
    <dgm:pt modelId="{22D6895C-C588-49BB-8C2E-157E81A66797}" type="pres">
      <dgm:prSet presAssocID="{57F24CB4-E199-4E75-A88B-6DC18F2B8702}" presName="compNode" presStyleCnt="0"/>
      <dgm:spPr/>
    </dgm:pt>
    <dgm:pt modelId="{CE318B51-F7AF-4F4D-B2E2-374A595FEB49}" type="pres">
      <dgm:prSet presAssocID="{57F24CB4-E199-4E75-A88B-6DC18F2B8702}" presName="bgRect" presStyleLbl="bgShp" presStyleIdx="3" presStyleCnt="4"/>
      <dgm:spPr/>
    </dgm:pt>
    <dgm:pt modelId="{1F154990-06E9-45F3-8125-69E222526913}" type="pres">
      <dgm:prSet presAssocID="{57F24CB4-E199-4E75-A88B-6DC18F2B870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4A592338-CC8B-42FC-ADE7-BD0CEE9A8BE0}" type="pres">
      <dgm:prSet presAssocID="{57F24CB4-E199-4E75-A88B-6DC18F2B8702}" presName="spaceRect" presStyleCnt="0"/>
      <dgm:spPr/>
    </dgm:pt>
    <dgm:pt modelId="{F6C59441-4093-4CA1-9983-D68A1EC0A726}" type="pres">
      <dgm:prSet presAssocID="{57F24CB4-E199-4E75-A88B-6DC18F2B870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1A2E705-2137-424A-9217-0823BE2BF469}" type="presOf" srcId="{57F24CB4-E199-4E75-A88B-6DC18F2B8702}" destId="{F6C59441-4093-4CA1-9983-D68A1EC0A726}" srcOrd="0" destOrd="0" presId="urn:microsoft.com/office/officeart/2018/2/layout/IconVerticalSolidList"/>
    <dgm:cxn modelId="{B682DC1C-71B4-4F77-AEDB-BE403F0D9C51}" srcId="{6B8A36A7-C825-4764-98A5-E0806F8B771C}" destId="{57F24CB4-E199-4E75-A88B-6DC18F2B8702}" srcOrd="3" destOrd="0" parTransId="{80CA33B8-4AA7-4E33-8E46-28DC550CE4EE}" sibTransId="{5C0999AF-F96E-4D1B-9FFB-3E550D6FD958}"/>
    <dgm:cxn modelId="{7B8ABE33-46BA-487A-9391-3A8ADD93EC4B}" type="presOf" srcId="{84FBF853-CF92-452F-A61B-BE3BA433FE44}" destId="{FBF03465-4114-4944-8959-EA9900BA27D9}" srcOrd="0" destOrd="0" presId="urn:microsoft.com/office/officeart/2018/2/layout/IconVerticalSolidList"/>
    <dgm:cxn modelId="{A7BE3F5A-E177-4268-A1C5-6A6E25E6E044}" srcId="{6B8A36A7-C825-4764-98A5-E0806F8B771C}" destId="{2A4C7AC9-3C7A-457F-9A57-5FF34E57943D}" srcOrd="0" destOrd="0" parTransId="{478137E1-4023-444E-AD6F-4CC4859470D1}" sibTransId="{7451F288-4D22-46F3-B3A1-4B90C7DE2A6F}"/>
    <dgm:cxn modelId="{4A031F95-3D30-4D5E-8CAB-2B57A2C45ADF}" type="presOf" srcId="{F99FFFCF-ADD9-43DB-BE28-BA881BFADEA4}" destId="{F381B0D1-A1C6-46A9-A98D-7C3B002363B0}" srcOrd="0" destOrd="0" presId="urn:microsoft.com/office/officeart/2018/2/layout/IconVerticalSolidList"/>
    <dgm:cxn modelId="{28B958C7-4B57-42F3-8CEE-086342FACB85}" srcId="{6B8A36A7-C825-4764-98A5-E0806F8B771C}" destId="{F99FFFCF-ADD9-43DB-BE28-BA881BFADEA4}" srcOrd="1" destOrd="0" parTransId="{E635FBB0-CF5E-4321-82D2-F7F3CA54A985}" sibTransId="{B193E077-967E-4BC1-8304-67C54E1951EB}"/>
    <dgm:cxn modelId="{95B33FDC-6C85-4FA6-BCFF-A6D3704375E5}" type="presOf" srcId="{6B8A36A7-C825-4764-98A5-E0806F8B771C}" destId="{177BC1B3-D9D1-4D1A-BA38-9BD64472DF22}" srcOrd="0" destOrd="0" presId="urn:microsoft.com/office/officeart/2018/2/layout/IconVerticalSolidList"/>
    <dgm:cxn modelId="{E6D875DD-42A0-4A9D-8AF0-6D900AA66E25}" type="presOf" srcId="{2A4C7AC9-3C7A-457F-9A57-5FF34E57943D}" destId="{35DC8472-BAD4-47FB-A82E-184AD0FD5D26}" srcOrd="0" destOrd="0" presId="urn:microsoft.com/office/officeart/2018/2/layout/IconVerticalSolidList"/>
    <dgm:cxn modelId="{537D22FF-300C-4BCA-AA8C-A393736296BB}" srcId="{6B8A36A7-C825-4764-98A5-E0806F8B771C}" destId="{84FBF853-CF92-452F-A61B-BE3BA433FE44}" srcOrd="2" destOrd="0" parTransId="{35619D2F-6F7A-4F09-A904-4892AEA5AED0}" sibTransId="{F04CC29C-D603-4D7C-BBB0-B3FAB9E13F6F}"/>
    <dgm:cxn modelId="{AE86F219-8EA8-400E-B603-3182FE875F05}" type="presParOf" srcId="{177BC1B3-D9D1-4D1A-BA38-9BD64472DF22}" destId="{4C2505D7-9E4B-42B2-9BAB-33B70E56A7FE}" srcOrd="0" destOrd="0" presId="urn:microsoft.com/office/officeart/2018/2/layout/IconVerticalSolidList"/>
    <dgm:cxn modelId="{F76B72F4-AD59-44E5-929A-A3F6949CA028}" type="presParOf" srcId="{4C2505D7-9E4B-42B2-9BAB-33B70E56A7FE}" destId="{E81F4DB0-C759-4A54-97A9-2C7CA2BB9A39}" srcOrd="0" destOrd="0" presId="urn:microsoft.com/office/officeart/2018/2/layout/IconVerticalSolidList"/>
    <dgm:cxn modelId="{2D364C70-0F42-404F-B7F4-53D159C227E7}" type="presParOf" srcId="{4C2505D7-9E4B-42B2-9BAB-33B70E56A7FE}" destId="{E9EBF21D-5744-452D-8903-EE940EFB9F4B}" srcOrd="1" destOrd="0" presId="urn:microsoft.com/office/officeart/2018/2/layout/IconVerticalSolidList"/>
    <dgm:cxn modelId="{0A933C8F-7160-4EE9-87F8-66DCF44262C1}" type="presParOf" srcId="{4C2505D7-9E4B-42B2-9BAB-33B70E56A7FE}" destId="{43718A1D-716D-4DAF-A878-07864DF09262}" srcOrd="2" destOrd="0" presId="urn:microsoft.com/office/officeart/2018/2/layout/IconVerticalSolidList"/>
    <dgm:cxn modelId="{4CC2EEFF-D176-4AD3-B0B1-0033391D384D}" type="presParOf" srcId="{4C2505D7-9E4B-42B2-9BAB-33B70E56A7FE}" destId="{35DC8472-BAD4-47FB-A82E-184AD0FD5D26}" srcOrd="3" destOrd="0" presId="urn:microsoft.com/office/officeart/2018/2/layout/IconVerticalSolidList"/>
    <dgm:cxn modelId="{1349CADE-C5F4-463D-B9F6-BE2CD08A4899}" type="presParOf" srcId="{177BC1B3-D9D1-4D1A-BA38-9BD64472DF22}" destId="{83038D66-8181-4C70-8D0A-5155EB0BA289}" srcOrd="1" destOrd="0" presId="urn:microsoft.com/office/officeart/2018/2/layout/IconVerticalSolidList"/>
    <dgm:cxn modelId="{1385B294-6A68-47DD-A83B-C9F2F89D0ECA}" type="presParOf" srcId="{177BC1B3-D9D1-4D1A-BA38-9BD64472DF22}" destId="{4575D4E6-8519-4239-A988-95AEC9D881B3}" srcOrd="2" destOrd="0" presId="urn:microsoft.com/office/officeart/2018/2/layout/IconVerticalSolidList"/>
    <dgm:cxn modelId="{B53742D7-2417-47A2-8A71-420872DDD655}" type="presParOf" srcId="{4575D4E6-8519-4239-A988-95AEC9D881B3}" destId="{0CA77624-F01F-425F-AC5A-E7CD5AAA2D61}" srcOrd="0" destOrd="0" presId="urn:microsoft.com/office/officeart/2018/2/layout/IconVerticalSolidList"/>
    <dgm:cxn modelId="{D3F48D7F-B311-421D-9345-030CA5F2CE3E}" type="presParOf" srcId="{4575D4E6-8519-4239-A988-95AEC9D881B3}" destId="{145B7509-EAB5-446D-AE45-9256607BA238}" srcOrd="1" destOrd="0" presId="urn:microsoft.com/office/officeart/2018/2/layout/IconVerticalSolidList"/>
    <dgm:cxn modelId="{8F2584D6-EC05-49D6-AF98-302AF7F67D12}" type="presParOf" srcId="{4575D4E6-8519-4239-A988-95AEC9D881B3}" destId="{BA5B04B5-CD47-402B-958D-3E951DB5E2F7}" srcOrd="2" destOrd="0" presId="urn:microsoft.com/office/officeart/2018/2/layout/IconVerticalSolidList"/>
    <dgm:cxn modelId="{15A1641C-7CB7-4520-AA02-B7B5D9A9A2B0}" type="presParOf" srcId="{4575D4E6-8519-4239-A988-95AEC9D881B3}" destId="{F381B0D1-A1C6-46A9-A98D-7C3B002363B0}" srcOrd="3" destOrd="0" presId="urn:microsoft.com/office/officeart/2018/2/layout/IconVerticalSolidList"/>
    <dgm:cxn modelId="{6DECCC0D-CDFA-45D5-8C8B-D4B7EF4FAAD0}" type="presParOf" srcId="{177BC1B3-D9D1-4D1A-BA38-9BD64472DF22}" destId="{A8686555-94F0-49AD-BA4A-06F7C2024EEB}" srcOrd="3" destOrd="0" presId="urn:microsoft.com/office/officeart/2018/2/layout/IconVerticalSolidList"/>
    <dgm:cxn modelId="{F2FE87F5-9D34-426B-8F66-49C59157714C}" type="presParOf" srcId="{177BC1B3-D9D1-4D1A-BA38-9BD64472DF22}" destId="{4CA630A8-99FC-4A76-A233-01202603DEAE}" srcOrd="4" destOrd="0" presId="urn:microsoft.com/office/officeart/2018/2/layout/IconVerticalSolidList"/>
    <dgm:cxn modelId="{C5A69F71-511A-4894-9542-B0015A72EF6A}" type="presParOf" srcId="{4CA630A8-99FC-4A76-A233-01202603DEAE}" destId="{A577DFCF-29DE-4DED-8AFA-D122524F6DCD}" srcOrd="0" destOrd="0" presId="urn:microsoft.com/office/officeart/2018/2/layout/IconVerticalSolidList"/>
    <dgm:cxn modelId="{8C9D13D5-989F-4F90-8ADD-25F378F54DAB}" type="presParOf" srcId="{4CA630A8-99FC-4A76-A233-01202603DEAE}" destId="{17005DD4-B1DC-43DE-AE15-B7DB4174190B}" srcOrd="1" destOrd="0" presId="urn:microsoft.com/office/officeart/2018/2/layout/IconVerticalSolidList"/>
    <dgm:cxn modelId="{7A6258C6-9E2F-40DE-927B-8BD6BCA23F9B}" type="presParOf" srcId="{4CA630A8-99FC-4A76-A233-01202603DEAE}" destId="{F5D628A4-5F64-4772-8F02-D802DEC8D6F7}" srcOrd="2" destOrd="0" presId="urn:microsoft.com/office/officeart/2018/2/layout/IconVerticalSolidList"/>
    <dgm:cxn modelId="{5AE08FC9-1E8F-4D24-8636-1DC02255AD9A}" type="presParOf" srcId="{4CA630A8-99FC-4A76-A233-01202603DEAE}" destId="{FBF03465-4114-4944-8959-EA9900BA27D9}" srcOrd="3" destOrd="0" presId="urn:microsoft.com/office/officeart/2018/2/layout/IconVerticalSolidList"/>
    <dgm:cxn modelId="{282D0661-25C9-47C3-9683-FFF1D2597DBA}" type="presParOf" srcId="{177BC1B3-D9D1-4D1A-BA38-9BD64472DF22}" destId="{4BBB016F-40E6-41FB-80A4-B5300875EBE1}" srcOrd="5" destOrd="0" presId="urn:microsoft.com/office/officeart/2018/2/layout/IconVerticalSolidList"/>
    <dgm:cxn modelId="{E1616BA9-8A54-4838-A78A-59716DDB1E0D}" type="presParOf" srcId="{177BC1B3-D9D1-4D1A-BA38-9BD64472DF22}" destId="{22D6895C-C588-49BB-8C2E-157E81A66797}" srcOrd="6" destOrd="0" presId="urn:microsoft.com/office/officeart/2018/2/layout/IconVerticalSolidList"/>
    <dgm:cxn modelId="{C91E4301-8CED-4B90-BFB2-EE912DEADC51}" type="presParOf" srcId="{22D6895C-C588-49BB-8C2E-157E81A66797}" destId="{CE318B51-F7AF-4F4D-B2E2-374A595FEB49}" srcOrd="0" destOrd="0" presId="urn:microsoft.com/office/officeart/2018/2/layout/IconVerticalSolidList"/>
    <dgm:cxn modelId="{21B36AB3-7587-44D3-8C77-841CD17349D8}" type="presParOf" srcId="{22D6895C-C588-49BB-8C2E-157E81A66797}" destId="{1F154990-06E9-45F3-8125-69E222526913}" srcOrd="1" destOrd="0" presId="urn:microsoft.com/office/officeart/2018/2/layout/IconVerticalSolidList"/>
    <dgm:cxn modelId="{20351B68-2F4C-4636-A595-20E8DE41F671}" type="presParOf" srcId="{22D6895C-C588-49BB-8C2E-157E81A66797}" destId="{4A592338-CC8B-42FC-ADE7-BD0CEE9A8BE0}" srcOrd="2" destOrd="0" presId="urn:microsoft.com/office/officeart/2018/2/layout/IconVerticalSolidList"/>
    <dgm:cxn modelId="{1D10D02F-4B89-4589-863C-D7F16BCBA5AA}" type="presParOf" srcId="{22D6895C-C588-49BB-8C2E-157E81A66797}" destId="{F6C59441-4093-4CA1-9983-D68A1EC0A72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4C3D5D-B516-4A93-817E-3CE63894A45A}">
      <dsp:nvSpPr>
        <dsp:cNvPr id="0" name=""/>
        <dsp:cNvSpPr/>
      </dsp:nvSpPr>
      <dsp:spPr>
        <a:xfrm>
          <a:off x="0" y="0"/>
          <a:ext cx="6197236" cy="16754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/>
            <a:t>Weather App (Flask + API + Database)</a:t>
          </a:r>
        </a:p>
      </dsp:txBody>
      <dsp:txXfrm>
        <a:off x="49072" y="49072"/>
        <a:ext cx="4465527" cy="1577308"/>
      </dsp:txXfrm>
    </dsp:sp>
    <dsp:sp modelId="{CFAA6D93-5402-4D1C-BA02-BFD18556D867}">
      <dsp:nvSpPr>
        <dsp:cNvPr id="0" name=""/>
        <dsp:cNvSpPr/>
      </dsp:nvSpPr>
      <dsp:spPr>
        <a:xfrm>
          <a:off x="1093630" y="2047774"/>
          <a:ext cx="6197236" cy="16754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/>
            <a:t>A simple explanation of how OUR project works</a:t>
          </a:r>
        </a:p>
      </dsp:txBody>
      <dsp:txXfrm>
        <a:off x="1142702" y="2096846"/>
        <a:ext cx="3916419" cy="1577308"/>
      </dsp:txXfrm>
    </dsp:sp>
    <dsp:sp modelId="{8969CA7D-3FCA-44BF-87AC-04537DF57148}">
      <dsp:nvSpPr>
        <dsp:cNvPr id="0" name=""/>
        <dsp:cNvSpPr/>
      </dsp:nvSpPr>
      <dsp:spPr>
        <a:xfrm>
          <a:off x="5108193" y="1317091"/>
          <a:ext cx="1089043" cy="108904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353228" y="1317091"/>
        <a:ext cx="598973" cy="8195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A6B978-7552-4551-B6FE-6F0C72194160}">
      <dsp:nvSpPr>
        <dsp:cNvPr id="0" name=""/>
        <dsp:cNvSpPr/>
      </dsp:nvSpPr>
      <dsp:spPr>
        <a:xfrm>
          <a:off x="312619" y="907121"/>
          <a:ext cx="970400" cy="9704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6393F6-EA6E-4FDB-A169-F408D03C4F3C}">
      <dsp:nvSpPr>
        <dsp:cNvPr id="0" name=""/>
        <dsp:cNvSpPr/>
      </dsp:nvSpPr>
      <dsp:spPr>
        <a:xfrm>
          <a:off x="519426" y="1113927"/>
          <a:ext cx="556787" cy="5567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EF8A5-F1B1-4E59-9EC3-CC7B1C1CA3EE}">
      <dsp:nvSpPr>
        <dsp:cNvPr id="0" name=""/>
        <dsp:cNvSpPr/>
      </dsp:nvSpPr>
      <dsp:spPr>
        <a:xfrm>
          <a:off x="2409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This project is a web app made with Flask</a:t>
          </a:r>
        </a:p>
      </dsp:txBody>
      <dsp:txXfrm>
        <a:off x="2409" y="2179777"/>
        <a:ext cx="1590820" cy="636328"/>
      </dsp:txXfrm>
    </dsp:sp>
    <dsp:sp modelId="{92FA047A-68F7-4AFE-8AEE-6C657CF49441}">
      <dsp:nvSpPr>
        <dsp:cNvPr id="0" name=""/>
        <dsp:cNvSpPr/>
      </dsp:nvSpPr>
      <dsp:spPr>
        <a:xfrm>
          <a:off x="2181833" y="907121"/>
          <a:ext cx="970400" cy="9704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F9B9EF-0CA4-4169-8B82-5B2613A36892}">
      <dsp:nvSpPr>
        <dsp:cNvPr id="0" name=""/>
        <dsp:cNvSpPr/>
      </dsp:nvSpPr>
      <dsp:spPr>
        <a:xfrm>
          <a:off x="2388640" y="1113927"/>
          <a:ext cx="556787" cy="5567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3ED7DC-5B18-42E7-B581-D32B8CADE277}">
      <dsp:nvSpPr>
        <dsp:cNvPr id="0" name=""/>
        <dsp:cNvSpPr/>
      </dsp:nvSpPr>
      <dsp:spPr>
        <a:xfrm>
          <a:off x="1871623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It gets weather data from WeatherAPI.com</a:t>
          </a:r>
        </a:p>
      </dsp:txBody>
      <dsp:txXfrm>
        <a:off x="1871623" y="2179777"/>
        <a:ext cx="1590820" cy="636328"/>
      </dsp:txXfrm>
    </dsp:sp>
    <dsp:sp modelId="{09354B9C-AC4A-44DC-B84F-59DABA4E46DD}">
      <dsp:nvSpPr>
        <dsp:cNvPr id="0" name=""/>
        <dsp:cNvSpPr/>
      </dsp:nvSpPr>
      <dsp:spPr>
        <a:xfrm>
          <a:off x="4051047" y="907121"/>
          <a:ext cx="970400" cy="9704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0ECD1D-316C-4993-8E7A-3EB2456F8CC7}">
      <dsp:nvSpPr>
        <dsp:cNvPr id="0" name=""/>
        <dsp:cNvSpPr/>
      </dsp:nvSpPr>
      <dsp:spPr>
        <a:xfrm>
          <a:off x="4257853" y="1113927"/>
          <a:ext cx="556787" cy="5567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2CA2E6-E79E-45B3-A86E-A08D22D1C735}">
      <dsp:nvSpPr>
        <dsp:cNvPr id="0" name=""/>
        <dsp:cNvSpPr/>
      </dsp:nvSpPr>
      <dsp:spPr>
        <a:xfrm>
          <a:off x="3740837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It shows the results on a webpage</a:t>
          </a:r>
        </a:p>
      </dsp:txBody>
      <dsp:txXfrm>
        <a:off x="3740837" y="2179777"/>
        <a:ext cx="1590820" cy="636328"/>
      </dsp:txXfrm>
    </dsp:sp>
    <dsp:sp modelId="{FB1A7335-2CEB-4D38-8101-72C6E4468F2B}">
      <dsp:nvSpPr>
        <dsp:cNvPr id="0" name=""/>
        <dsp:cNvSpPr/>
      </dsp:nvSpPr>
      <dsp:spPr>
        <a:xfrm>
          <a:off x="5920261" y="907121"/>
          <a:ext cx="970400" cy="9704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988274-0B54-4C91-B9EB-A83A0C9E4037}">
      <dsp:nvSpPr>
        <dsp:cNvPr id="0" name=""/>
        <dsp:cNvSpPr/>
      </dsp:nvSpPr>
      <dsp:spPr>
        <a:xfrm>
          <a:off x="6127067" y="1113927"/>
          <a:ext cx="556787" cy="5567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C8A0EC-2484-47DE-9881-1F105BC8F937}">
      <dsp:nvSpPr>
        <dsp:cNvPr id="0" name=""/>
        <dsp:cNvSpPr/>
      </dsp:nvSpPr>
      <dsp:spPr>
        <a:xfrm>
          <a:off x="5610051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It also saves the weather into a small local database</a:t>
          </a:r>
        </a:p>
      </dsp:txBody>
      <dsp:txXfrm>
        <a:off x="5610051" y="2179777"/>
        <a:ext cx="1590820" cy="6363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07F073-CE55-444F-985C-E314A4EB8C67}">
      <dsp:nvSpPr>
        <dsp:cNvPr id="0" name=""/>
        <dsp:cNvSpPr/>
      </dsp:nvSpPr>
      <dsp:spPr>
        <a:xfrm>
          <a:off x="2110" y="1104319"/>
          <a:ext cx="1506780" cy="9568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4A0E014-EEF9-4301-9FB8-7861C19B0E17}">
      <dsp:nvSpPr>
        <dsp:cNvPr id="0" name=""/>
        <dsp:cNvSpPr/>
      </dsp:nvSpPr>
      <dsp:spPr>
        <a:xfrm>
          <a:off x="169530" y="1263368"/>
          <a:ext cx="1506780" cy="9568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Flask → runs the web app &amp; loads HTML pages</a:t>
          </a:r>
        </a:p>
      </dsp:txBody>
      <dsp:txXfrm>
        <a:off x="197554" y="1291392"/>
        <a:ext cx="1450732" cy="900757"/>
      </dsp:txXfrm>
    </dsp:sp>
    <dsp:sp modelId="{D30C1093-FF6D-4181-AE1C-82C58B13C72A}">
      <dsp:nvSpPr>
        <dsp:cNvPr id="0" name=""/>
        <dsp:cNvSpPr/>
      </dsp:nvSpPr>
      <dsp:spPr>
        <a:xfrm>
          <a:off x="1843730" y="1104319"/>
          <a:ext cx="1506780" cy="9568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1B2ED75-C6A3-4F52-97CE-32D1E605ECA2}">
      <dsp:nvSpPr>
        <dsp:cNvPr id="0" name=""/>
        <dsp:cNvSpPr/>
      </dsp:nvSpPr>
      <dsp:spPr>
        <a:xfrm>
          <a:off x="2011150" y="1263368"/>
          <a:ext cx="1506780" cy="9568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requests → used to call the Weather API</a:t>
          </a:r>
        </a:p>
      </dsp:txBody>
      <dsp:txXfrm>
        <a:off x="2039174" y="1291392"/>
        <a:ext cx="1450732" cy="900757"/>
      </dsp:txXfrm>
    </dsp:sp>
    <dsp:sp modelId="{3C071076-BA5E-4FA7-9402-3C6D0C886318}">
      <dsp:nvSpPr>
        <dsp:cNvPr id="0" name=""/>
        <dsp:cNvSpPr/>
      </dsp:nvSpPr>
      <dsp:spPr>
        <a:xfrm>
          <a:off x="3685350" y="1104319"/>
          <a:ext cx="1506780" cy="9568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94D60C3-DED0-45F0-A685-54981AAC1369}">
      <dsp:nvSpPr>
        <dsp:cNvPr id="0" name=""/>
        <dsp:cNvSpPr/>
      </dsp:nvSpPr>
      <dsp:spPr>
        <a:xfrm>
          <a:off x="3852770" y="1263368"/>
          <a:ext cx="1506780" cy="9568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sqlite3 → stores weather data</a:t>
          </a:r>
        </a:p>
      </dsp:txBody>
      <dsp:txXfrm>
        <a:off x="3880794" y="1291392"/>
        <a:ext cx="1450732" cy="900757"/>
      </dsp:txXfrm>
    </dsp:sp>
    <dsp:sp modelId="{AB12D8B3-F665-432B-8DED-0139F7BE291E}">
      <dsp:nvSpPr>
        <dsp:cNvPr id="0" name=""/>
        <dsp:cNvSpPr/>
      </dsp:nvSpPr>
      <dsp:spPr>
        <a:xfrm>
          <a:off x="5526970" y="1104319"/>
          <a:ext cx="1506780" cy="9568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88E264-B582-43A0-9D5C-73CE657C5F6A}">
      <dsp:nvSpPr>
        <dsp:cNvPr id="0" name=""/>
        <dsp:cNvSpPr/>
      </dsp:nvSpPr>
      <dsp:spPr>
        <a:xfrm>
          <a:off x="5694390" y="1263368"/>
          <a:ext cx="1506780" cy="9568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json → used to save JSON files</a:t>
          </a:r>
        </a:p>
      </dsp:txBody>
      <dsp:txXfrm>
        <a:off x="5722414" y="1291392"/>
        <a:ext cx="1450732" cy="9007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1F4DB0-C759-4A54-97A9-2C7CA2BB9A39}">
      <dsp:nvSpPr>
        <dsp:cNvPr id="0" name=""/>
        <dsp:cNvSpPr/>
      </dsp:nvSpPr>
      <dsp:spPr>
        <a:xfrm>
          <a:off x="0" y="2157"/>
          <a:ext cx="4610250" cy="10933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EBF21D-5744-452D-8903-EE940EFB9F4B}">
      <dsp:nvSpPr>
        <dsp:cNvPr id="0" name=""/>
        <dsp:cNvSpPr/>
      </dsp:nvSpPr>
      <dsp:spPr>
        <a:xfrm>
          <a:off x="330732" y="248156"/>
          <a:ext cx="601332" cy="6013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DC8472-BAD4-47FB-A82E-184AD0FD5D26}">
      <dsp:nvSpPr>
        <dsp:cNvPr id="0" name=""/>
        <dsp:cNvSpPr/>
      </dsp:nvSpPr>
      <dsp:spPr>
        <a:xfrm>
          <a:off x="1262797" y="2157"/>
          <a:ext cx="3347452" cy="1093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711" tIns="115711" rIns="115711" bIns="11571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First, it creates a file called </a:t>
          </a:r>
          <a:r>
            <a:rPr lang="en-US" sz="2200" kern="1200" err="1"/>
            <a:t>weather.db</a:t>
          </a:r>
          <a:endParaRPr lang="en-US" sz="2200" kern="1200"/>
        </a:p>
      </dsp:txBody>
      <dsp:txXfrm>
        <a:off x="1262797" y="2157"/>
        <a:ext cx="3347452" cy="1093331"/>
      </dsp:txXfrm>
    </dsp:sp>
    <dsp:sp modelId="{0CA77624-F01F-425F-AC5A-E7CD5AAA2D61}">
      <dsp:nvSpPr>
        <dsp:cNvPr id="0" name=""/>
        <dsp:cNvSpPr/>
      </dsp:nvSpPr>
      <dsp:spPr>
        <a:xfrm>
          <a:off x="0" y="1368821"/>
          <a:ext cx="4610250" cy="10933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5B7509-EAB5-446D-AE45-9256607BA238}">
      <dsp:nvSpPr>
        <dsp:cNvPr id="0" name=""/>
        <dsp:cNvSpPr/>
      </dsp:nvSpPr>
      <dsp:spPr>
        <a:xfrm>
          <a:off x="330732" y="1614821"/>
          <a:ext cx="601332" cy="6013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1B0D1-A1C6-46A9-A98D-7C3B002363B0}">
      <dsp:nvSpPr>
        <dsp:cNvPr id="0" name=""/>
        <dsp:cNvSpPr/>
      </dsp:nvSpPr>
      <dsp:spPr>
        <a:xfrm>
          <a:off x="1262797" y="1368821"/>
          <a:ext cx="3347452" cy="1093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711" tIns="115711" rIns="115711" bIns="11571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1262797" y="1368821"/>
        <a:ext cx="3347452" cy="1093331"/>
      </dsp:txXfrm>
    </dsp:sp>
    <dsp:sp modelId="{A577DFCF-29DE-4DED-8AFA-D122524F6DCD}">
      <dsp:nvSpPr>
        <dsp:cNvPr id="0" name=""/>
        <dsp:cNvSpPr/>
      </dsp:nvSpPr>
      <dsp:spPr>
        <a:xfrm>
          <a:off x="0" y="2735485"/>
          <a:ext cx="4610250" cy="10933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005DD4-B1DC-43DE-AE15-B7DB4174190B}">
      <dsp:nvSpPr>
        <dsp:cNvPr id="0" name=""/>
        <dsp:cNvSpPr/>
      </dsp:nvSpPr>
      <dsp:spPr>
        <a:xfrm>
          <a:off x="330732" y="2981485"/>
          <a:ext cx="601332" cy="6013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F03465-4114-4944-8959-EA9900BA27D9}">
      <dsp:nvSpPr>
        <dsp:cNvPr id="0" name=""/>
        <dsp:cNvSpPr/>
      </dsp:nvSpPr>
      <dsp:spPr>
        <a:xfrm>
          <a:off x="1262797" y="2735485"/>
          <a:ext cx="3347452" cy="1093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711" tIns="115711" rIns="115711" bIns="11571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Saves city, temperature, humidity, etc.</a:t>
          </a:r>
        </a:p>
      </dsp:txBody>
      <dsp:txXfrm>
        <a:off x="1262797" y="2735485"/>
        <a:ext cx="3347452" cy="1093331"/>
      </dsp:txXfrm>
    </dsp:sp>
    <dsp:sp modelId="{CE318B51-F7AF-4F4D-B2E2-374A595FEB49}">
      <dsp:nvSpPr>
        <dsp:cNvPr id="0" name=""/>
        <dsp:cNvSpPr/>
      </dsp:nvSpPr>
      <dsp:spPr>
        <a:xfrm>
          <a:off x="0" y="4102150"/>
          <a:ext cx="4610250" cy="10933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154990-06E9-45F3-8125-69E222526913}">
      <dsp:nvSpPr>
        <dsp:cNvPr id="0" name=""/>
        <dsp:cNvSpPr/>
      </dsp:nvSpPr>
      <dsp:spPr>
        <a:xfrm>
          <a:off x="330732" y="4348149"/>
          <a:ext cx="601332" cy="6013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59441-4093-4CA1-9983-D68A1EC0A726}">
      <dsp:nvSpPr>
        <dsp:cNvPr id="0" name=""/>
        <dsp:cNvSpPr/>
      </dsp:nvSpPr>
      <dsp:spPr>
        <a:xfrm>
          <a:off x="1262797" y="4102150"/>
          <a:ext cx="3347452" cy="1093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711" tIns="115711" rIns="115711" bIns="11571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This helps us keep a DATABASE of the weather</a:t>
          </a:r>
        </a:p>
      </dsp:txBody>
      <dsp:txXfrm>
        <a:off x="1262797" y="4102150"/>
        <a:ext cx="3347452" cy="10933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3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110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809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245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10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500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370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726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61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237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1694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868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gpt.com/" TargetMode="External"/><Relationship Id="rId2" Type="http://schemas.openxmlformats.org/officeDocument/2006/relationships/hyperlink" Target="https://www.youtube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9056" y="1282262"/>
            <a:ext cx="7202456" cy="1049235"/>
          </a:xfrm>
        </p:spPr>
        <p:txBody>
          <a:bodyPr>
            <a:normAutofit/>
          </a:bodyPr>
          <a:lstStyle/>
          <a:p>
            <a:r>
              <a:rPr lang="en-US"/>
              <a:t>Weather Dashboard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327A29-EF7D-4533-8651-46BAEFFFB3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0668930"/>
              </p:ext>
            </p:extLst>
          </p:nvPr>
        </p:nvGraphicFramePr>
        <p:xfrm>
          <a:off x="1096990" y="2454118"/>
          <a:ext cx="7290867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25BCF4D-53F2-B3C9-7FBB-D28516E83F97}"/>
              </a:ext>
            </a:extLst>
          </p:cNvPr>
          <p:cNvSpPr txBox="1"/>
          <p:nvPr/>
        </p:nvSpPr>
        <p:spPr>
          <a:xfrm>
            <a:off x="6654707" y="6400049"/>
            <a:ext cx="248659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ea typeface="+mn-lt"/>
                <a:cs typeface="+mn-lt"/>
              </a:rPr>
              <a:t>              </a:t>
            </a:r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By Sam &amp; Erdem</a:t>
            </a:r>
            <a:endParaRPr lang="en-US" sz="1600" b="1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003" y="1282262"/>
            <a:ext cx="7202456" cy="1049235"/>
          </a:xfrm>
        </p:spPr>
        <p:txBody>
          <a:bodyPr>
            <a:normAutofit/>
          </a:bodyPr>
          <a:lstStyle/>
          <a:p>
            <a:r>
              <a:rPr lang="en-US" err="1"/>
              <a:t>O</a:t>
            </a:r>
            <a:r>
              <a:rPr err="1"/>
              <a:t>verv</a:t>
            </a:r>
            <a:r>
              <a:rPr lang="en-US" err="1"/>
              <a:t>IEW</a:t>
            </a:r>
            <a:r>
              <a:rPr lang="en-US"/>
              <a:t> </a:t>
            </a:r>
            <a:r>
              <a:t>of the Project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D41870-6864-4B7B-0825-D4293BCC0A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8382818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490" y="1291200"/>
            <a:ext cx="7202456" cy="1049235"/>
          </a:xfrm>
        </p:spPr>
        <p:txBody>
          <a:bodyPr>
            <a:normAutofit/>
          </a:bodyPr>
          <a:lstStyle/>
          <a:p>
            <a:r>
              <a:t>Imports </a:t>
            </a:r>
            <a:r>
              <a:rPr lang="en-US"/>
              <a:t>USED</a:t>
            </a:r>
            <a:endParaRPr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0F588F-1C19-3145-CF12-303CF5DA30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8116156"/>
              </p:ext>
            </p:extLst>
          </p:nvPr>
        </p:nvGraphicFramePr>
        <p:xfrm>
          <a:off x="965611" y="2156504"/>
          <a:ext cx="7203281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t>Database</a:t>
            </a:r>
            <a:br>
              <a:rPr lang="en-US"/>
            </a:br>
            <a:r>
              <a:rPr lang="en-US" err="1"/>
              <a:t>FuNCTION</a:t>
            </a:r>
            <a:r>
              <a:t> (save)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48328873-782A-EAC2-0D70-A12C83D665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8018556"/>
              </p:ext>
            </p:extLst>
          </p:nvPr>
        </p:nvGraphicFramePr>
        <p:xfrm>
          <a:off x="3856434" y="671896"/>
          <a:ext cx="4610250" cy="51976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C48827D-DAD2-0B16-D9DC-880C372A0993}"/>
              </a:ext>
            </a:extLst>
          </p:cNvPr>
          <p:cNvSpPr txBox="1"/>
          <p:nvPr/>
        </p:nvSpPr>
        <p:spPr>
          <a:xfrm>
            <a:off x="5082205" y="2015163"/>
            <a:ext cx="298187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/>
              <a:t>After searching any city names, it saves any value in the database</a:t>
            </a:r>
            <a:endParaRPr lang="tr-TR" sz="2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357" y="1600199"/>
            <a:ext cx="2654449" cy="4297680"/>
          </a:xfrm>
        </p:spPr>
        <p:txBody>
          <a:bodyPr anchor="ctr">
            <a:normAutofit/>
          </a:bodyPr>
          <a:lstStyle/>
          <a:p>
            <a:r>
              <a:rPr lang="en-US" sz="2800"/>
              <a:t>How It Works: </a:t>
            </a:r>
            <a:br>
              <a:rPr lang="en-US" sz="2800"/>
            </a:br>
            <a:r>
              <a:rPr lang="en-US" sz="2800"/>
              <a:t>A High-Level View</a:t>
            </a:r>
          </a:p>
          <a:p>
            <a:endParaRPr lang="en-US" sz="28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3638" y="629593"/>
            <a:ext cx="5128688" cy="5761531"/>
          </a:xfrm>
        </p:spPr>
        <p:txBody>
          <a:bodyPr anchor="ctr">
            <a:normAutofit/>
          </a:bodyPr>
          <a:lstStyle/>
          <a:p>
            <a:pPr marL="342900" indent="-342900">
              <a:buAutoNum type="romanUcPeriod"/>
            </a:pPr>
            <a:r>
              <a:rPr lang="en-US" sz="1800">
                <a:ea typeface="+mn-lt"/>
                <a:cs typeface="+mn-lt"/>
              </a:rPr>
              <a:t>User enters a city in the search bar, initiating the weather query process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accent2">
                    <a:lumMod val="76000"/>
                  </a:schemeClr>
                </a:solidFill>
                <a:ea typeface="+mn-lt"/>
                <a:cs typeface="+mn-lt"/>
              </a:rPr>
              <a:t>II</a:t>
            </a:r>
            <a:r>
              <a:rPr lang="en-US" sz="1800">
                <a:solidFill>
                  <a:schemeClr val="accent2">
                    <a:lumMod val="76000"/>
                  </a:schemeClr>
                </a:solidFill>
                <a:ea typeface="+mn-lt"/>
                <a:cs typeface="+mn-lt"/>
              </a:rPr>
              <a:t>.</a:t>
            </a:r>
            <a:r>
              <a:rPr lang="en-US" sz="1800">
                <a:ea typeface="+mn-lt"/>
                <a:cs typeface="+mn-lt"/>
              </a:rPr>
              <a:t> Our app fetches live weather data from </a:t>
            </a:r>
            <a:r>
              <a:rPr lang="en-US" sz="1800" err="1">
                <a:ea typeface="+mn-lt"/>
                <a:cs typeface="+mn-lt"/>
              </a:rPr>
              <a:t>WeatherAPI</a:t>
            </a:r>
            <a:r>
              <a:rPr lang="en-US" sz="1800">
                <a:ea typeface="+mn-lt"/>
                <a:cs typeface="+mn-lt"/>
              </a:rPr>
              <a:t> using secure API authentication</a:t>
            </a:r>
            <a:endParaRPr lang="en-US" sz="1800"/>
          </a:p>
          <a:p>
            <a:pPr marL="0" indent="0">
              <a:buNone/>
            </a:pPr>
            <a:r>
              <a:rPr lang="en-US" sz="1800" b="1">
                <a:solidFill>
                  <a:schemeClr val="accent2">
                    <a:lumMod val="76000"/>
                  </a:schemeClr>
                </a:solidFill>
                <a:ea typeface="+mn-lt"/>
                <a:cs typeface="+mn-lt"/>
              </a:rPr>
              <a:t>III.</a:t>
            </a:r>
            <a:r>
              <a:rPr lang="en-US" sz="1800">
                <a:ea typeface="+mn-lt"/>
                <a:cs typeface="+mn-lt"/>
              </a:rPr>
              <a:t> Data is displayed in multiple formats including charts, graphs, and readable summary cards</a:t>
            </a:r>
            <a:endParaRPr lang="en-US" sz="1800"/>
          </a:p>
          <a:p>
            <a:pPr marL="0" indent="0">
              <a:buNone/>
            </a:pPr>
            <a:r>
              <a:rPr lang="en-US" sz="1800" b="1">
                <a:solidFill>
                  <a:schemeClr val="accent2">
                    <a:lumMod val="76000"/>
                  </a:schemeClr>
                </a:solidFill>
                <a:ea typeface="+mn-lt"/>
                <a:cs typeface="+mn-lt"/>
              </a:rPr>
              <a:t>IV.</a:t>
            </a:r>
            <a:r>
              <a:rPr lang="en-US" sz="1800">
                <a:ea typeface="+mn-lt"/>
                <a:cs typeface="+mn-lt"/>
              </a:rPr>
              <a:t> Search is saved to our database automatically, creating a search history for each user</a:t>
            </a:r>
            <a:endParaRPr lang="en-US" sz="1800"/>
          </a:p>
          <a:p>
            <a:pPr marL="0" indent="0">
              <a:buNone/>
            </a:pPr>
            <a:r>
              <a:rPr lang="en-US" sz="1800" b="1" i="1">
                <a:solidFill>
                  <a:schemeClr val="accent2">
                    <a:lumMod val="76000"/>
                  </a:schemeClr>
                </a:solidFill>
                <a:ea typeface="+mn-lt"/>
                <a:cs typeface="+mn-lt"/>
              </a:rPr>
              <a:t>V.</a:t>
            </a:r>
            <a:r>
              <a:rPr lang="en-US" sz="1800" b="1" i="1">
                <a:ea typeface="+mn-lt"/>
                <a:cs typeface="+mn-lt"/>
              </a:rPr>
              <a:t> </a:t>
            </a:r>
            <a:r>
              <a:rPr lang="en-US" sz="1800" i="1">
                <a:ea typeface="+mn-lt"/>
                <a:cs typeface="+mn-lt"/>
              </a:rPr>
              <a:t> The entire process happens in seconds, providing immediate value while maintaining data integrity.</a:t>
            </a:r>
            <a:endParaRPr lang="en-US" sz="1800"/>
          </a:p>
          <a:p>
            <a:pPr>
              <a:buAutoNum type="romanUcPeriod"/>
            </a:pP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7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3046595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262" y="1240076"/>
            <a:ext cx="2045860" cy="458452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Main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9195" y="1240077"/>
            <a:ext cx="5323154" cy="4916465"/>
          </a:xfrm>
        </p:spPr>
        <p:txBody>
          <a:bodyPr anchor="t">
            <a:normAutofit/>
          </a:bodyPr>
          <a:lstStyle/>
          <a:p>
            <a:r>
              <a:rPr lang="en-US">
                <a:latin typeface="Gill Sans MT"/>
              </a:rPr>
              <a:t>/</a:t>
            </a:r>
            <a:r>
              <a:rPr lang="en-US">
                <a:ea typeface="+mn-lt"/>
                <a:cs typeface="+mn-lt"/>
              </a:rPr>
              <a:t> → Welcome page (</a:t>
            </a:r>
            <a:r>
              <a:rPr lang="en-US">
                <a:latin typeface="Gill Sans MT"/>
              </a:rPr>
              <a:t>index.html</a:t>
            </a:r>
            <a:r>
              <a:rPr lang="en-US">
                <a:ea typeface="+mn-lt"/>
                <a:cs typeface="+mn-lt"/>
              </a:rPr>
              <a:t>) introducing the application's purpose</a:t>
            </a:r>
            <a:endParaRPr lang="en-US"/>
          </a:p>
          <a:p>
            <a:r>
              <a:rPr lang="en-US">
                <a:latin typeface="Gill Sans MT"/>
              </a:rPr>
              <a:t>/app</a:t>
            </a:r>
            <a:r>
              <a:rPr lang="en-US">
                <a:ea typeface="+mn-lt"/>
                <a:cs typeface="+mn-lt"/>
              </a:rPr>
              <a:t> → The main dashboard interface where users interact with weather data</a:t>
            </a:r>
            <a:endParaRPr lang="en-US"/>
          </a:p>
          <a:p>
            <a:r>
              <a:rPr lang="en-US">
                <a:latin typeface="Gill Sans MT"/>
              </a:rPr>
              <a:t>/</a:t>
            </a:r>
            <a:r>
              <a:rPr lang="en-US" err="1">
                <a:latin typeface="Gill Sans MT"/>
              </a:rPr>
              <a:t>api</a:t>
            </a:r>
            <a:r>
              <a:rPr lang="en-US">
                <a:latin typeface="Gill Sans MT"/>
              </a:rPr>
              <a:t>/weather</a:t>
            </a:r>
            <a:r>
              <a:rPr lang="en-US">
                <a:ea typeface="+mn-lt"/>
                <a:cs typeface="+mn-lt"/>
              </a:rPr>
              <a:t> → </a:t>
            </a:r>
            <a:r>
              <a:rPr lang="en-US" i="1">
                <a:ea typeface="+mn-lt"/>
                <a:cs typeface="+mn-lt"/>
              </a:rPr>
              <a:t>The core data engine</a:t>
            </a:r>
            <a:r>
              <a:rPr lang="en-US">
                <a:ea typeface="+mn-lt"/>
                <a:cs typeface="+mn-lt"/>
              </a:rPr>
              <a:t> – handles API calls and returns structured weather information</a:t>
            </a:r>
            <a:endParaRPr lang="en-US"/>
          </a:p>
          <a:p>
            <a:r>
              <a:rPr lang="en-US">
                <a:latin typeface="Gill Sans MT"/>
              </a:rPr>
              <a:t>/simple</a:t>
            </a:r>
            <a:r>
              <a:rPr lang="en-US">
                <a:ea typeface="+mn-lt"/>
                <a:cs typeface="+mn-lt"/>
              </a:rPr>
              <a:t> → A lightweight testing version for debugging and performance checking</a:t>
            </a:r>
            <a:endParaRPr lang="en-US"/>
          </a:p>
          <a:p>
            <a:r>
              <a:rPr lang="en-US" i="1">
                <a:ea typeface="+mn-lt"/>
                <a:cs typeface="+mn-lt"/>
              </a:rPr>
              <a:t>This organized routing structure ensures clean separation of concerns and easy maintenance.</a:t>
            </a:r>
            <a:endParaRPr lang="en-US"/>
          </a:p>
          <a:p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7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3046595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780" y="1240076"/>
            <a:ext cx="2536342" cy="458452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How Weather 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is Fetched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and 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displayed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9195" y="1240077"/>
            <a:ext cx="4526120" cy="491646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900" b="1">
                <a:solidFill>
                  <a:srgbClr val="B71E42"/>
                </a:solidFill>
              </a:rPr>
              <a:t>I.</a:t>
            </a:r>
            <a:r>
              <a:rPr lang="en-US" sz="1900">
                <a:solidFill>
                  <a:srgbClr val="B71E42"/>
                </a:solidFill>
              </a:rPr>
              <a:t> </a:t>
            </a:r>
            <a:r>
              <a:rPr lang="en-US" sz="1900"/>
              <a:t>The app builds a URL using the API key and the city</a:t>
            </a:r>
            <a:endParaRPr lang="en-US"/>
          </a:p>
          <a:p>
            <a:pPr marL="0" indent="0">
              <a:buNone/>
            </a:pPr>
            <a:r>
              <a:rPr lang="en-US" sz="1900" b="1">
                <a:solidFill>
                  <a:srgbClr val="B71E42"/>
                </a:solidFill>
                <a:ea typeface="+mn-lt"/>
                <a:cs typeface="+mn-lt"/>
              </a:rPr>
              <a:t>II</a:t>
            </a:r>
            <a:r>
              <a:rPr lang="en-US" sz="1900">
                <a:solidFill>
                  <a:srgbClr val="B71E42"/>
                </a:solidFill>
                <a:ea typeface="+mn-lt"/>
                <a:cs typeface="+mn-lt"/>
              </a:rPr>
              <a:t>.</a:t>
            </a:r>
            <a:r>
              <a:rPr lang="en-US" sz="1900">
                <a:solidFill>
                  <a:srgbClr val="B71E42"/>
                </a:solidFill>
              </a:rPr>
              <a:t> </a:t>
            </a:r>
            <a:r>
              <a:rPr lang="en-US" sz="1900"/>
              <a:t>It Send a request to </a:t>
            </a:r>
            <a:r>
              <a:rPr lang="en-US" sz="1900" err="1"/>
              <a:t>WeatherAPI</a:t>
            </a:r>
            <a:r>
              <a:rPr lang="en-US" sz="1900"/>
              <a:t> using </a:t>
            </a:r>
            <a:r>
              <a:rPr lang="en-US" sz="1900" err="1"/>
              <a:t>requests.get</a:t>
            </a:r>
            <a:r>
              <a:rPr lang="en-US" sz="1900"/>
              <a:t>() with error handling</a:t>
            </a:r>
            <a:endParaRPr lang="en-US"/>
          </a:p>
          <a:p>
            <a:pPr marL="0" indent="0">
              <a:buNone/>
            </a:pPr>
            <a:r>
              <a:rPr lang="en-US" sz="1900" b="1">
                <a:solidFill>
                  <a:srgbClr val="B71E42"/>
                </a:solidFill>
                <a:ea typeface="+mn-lt"/>
                <a:cs typeface="+mn-lt"/>
              </a:rPr>
              <a:t>III.</a:t>
            </a:r>
            <a:r>
              <a:rPr lang="en-US" sz="1900">
                <a:solidFill>
                  <a:srgbClr val="B71E42"/>
                </a:solidFill>
                <a:ea typeface="+mn-lt"/>
                <a:cs typeface="+mn-lt"/>
              </a:rPr>
              <a:t> </a:t>
            </a:r>
            <a:r>
              <a:rPr lang="en-US" sz="1900"/>
              <a:t>If everything is okay, it gets the data in JSON format</a:t>
            </a:r>
            <a:endParaRPr lang="en-US"/>
          </a:p>
          <a:p>
            <a:pPr marL="0" indent="0">
              <a:buNone/>
            </a:pPr>
            <a:r>
              <a:rPr lang="en-US" sz="1900" b="1">
                <a:solidFill>
                  <a:srgbClr val="B71E42"/>
                </a:solidFill>
                <a:ea typeface="+mn-lt"/>
                <a:cs typeface="+mn-lt"/>
              </a:rPr>
              <a:t>IV.</a:t>
            </a:r>
            <a:r>
              <a:rPr lang="en-US" sz="1900">
                <a:solidFill>
                  <a:srgbClr val="B71E42"/>
                </a:solidFill>
                <a:ea typeface="+mn-lt"/>
                <a:cs typeface="+mn-lt"/>
              </a:rPr>
              <a:t> </a:t>
            </a:r>
            <a:r>
              <a:rPr lang="en-US" sz="1900"/>
              <a:t>The weather data is then sent to the webapp and displayed in the webpage</a:t>
            </a:r>
            <a:br>
              <a:rPr lang="en-US" sz="1900"/>
            </a:br>
            <a:r>
              <a:rPr lang="en-US" sz="1900"/>
              <a:t> (using html)</a:t>
            </a:r>
            <a:endParaRPr lang="en-US"/>
          </a:p>
          <a:p>
            <a:pPr marL="0" indent="0">
              <a:buNone/>
            </a:pPr>
            <a:r>
              <a:rPr lang="en-US" sz="1900" b="1">
                <a:solidFill>
                  <a:srgbClr val="B71E42"/>
                </a:solidFill>
                <a:ea typeface="+mn-lt"/>
                <a:cs typeface="+mn-lt"/>
              </a:rPr>
              <a:t>V</a:t>
            </a:r>
            <a:r>
              <a:rPr lang="en-US" sz="1900">
                <a:solidFill>
                  <a:srgbClr val="B71E42"/>
                </a:solidFill>
                <a:ea typeface="+mn-lt"/>
                <a:cs typeface="+mn-lt"/>
              </a:rPr>
              <a:t>.</a:t>
            </a:r>
            <a:r>
              <a:rPr lang="en-US" sz="1900">
                <a:solidFill>
                  <a:srgbClr val="B71E42"/>
                </a:solidFill>
              </a:rPr>
              <a:t> </a:t>
            </a:r>
            <a:r>
              <a:rPr lang="en-US" sz="1900"/>
              <a:t>Search is saved to our database automatically, creating a search history for each user</a:t>
            </a:r>
            <a:endParaRPr lang="en-US"/>
          </a:p>
          <a:p>
            <a:endParaRPr lang="tr-T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7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3046595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676" y="1240076"/>
            <a:ext cx="2387446" cy="4584527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Returning  Data </a:t>
            </a:r>
            <a:br>
              <a:rPr lang="en-US" sz="2800"/>
            </a:br>
            <a:r>
              <a:rPr lang="en-US" sz="2800">
                <a:solidFill>
                  <a:srgbClr val="FFFFFF"/>
                </a:solidFill>
              </a:rPr>
              <a:t>to the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9195" y="767112"/>
            <a:ext cx="5235568" cy="5389430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/>
          </a:p>
          <a:p>
            <a:r>
              <a:rPr lang="en-US" sz="1800"/>
              <a:t>The</a:t>
            </a:r>
            <a:r>
              <a:rPr lang="en-US" sz="1800">
                <a:ea typeface="+mn-lt"/>
                <a:cs typeface="+mn-lt"/>
              </a:rPr>
              <a:t> </a:t>
            </a:r>
            <a:r>
              <a:rPr lang="en-US" sz="1800">
                <a:latin typeface="Gill Sans MT"/>
              </a:rPr>
              <a:t>/</a:t>
            </a:r>
            <a:r>
              <a:rPr lang="en-US" sz="1800" err="1">
                <a:latin typeface="Gill Sans MT"/>
              </a:rPr>
              <a:t>api</a:t>
            </a:r>
            <a:r>
              <a:rPr lang="en-US" sz="1800">
                <a:latin typeface="Gill Sans MT"/>
              </a:rPr>
              <a:t>/weather</a:t>
            </a:r>
            <a:r>
              <a:rPr lang="en-US" sz="1800">
                <a:ea typeface="+mn-lt"/>
                <a:cs typeface="+mn-lt"/>
              </a:rPr>
              <a:t> route returns a comprehensive JSON response containing:</a:t>
            </a:r>
          </a:p>
          <a:p>
            <a:r>
              <a:rPr lang="en-US" sz="1800">
                <a:ea typeface="+mn-lt"/>
                <a:cs typeface="+mn-lt"/>
              </a:rPr>
              <a:t> </a:t>
            </a:r>
            <a:r>
              <a:rPr lang="en-US" sz="1800" b="1">
                <a:ea typeface="+mn-lt"/>
                <a:cs typeface="+mn-lt"/>
              </a:rPr>
              <a:t>Current conditions</a:t>
            </a:r>
            <a:r>
              <a:rPr lang="en-US" sz="1800">
                <a:ea typeface="+mn-lt"/>
                <a:cs typeface="+mn-lt"/>
              </a:rPr>
              <a:t> – temperature, feels-like, humidity, wind speed, and visibility</a:t>
            </a:r>
            <a:endParaRPr sz="1800"/>
          </a:p>
          <a:p>
            <a:r>
              <a:rPr lang="en-US" sz="1800">
                <a:ea typeface="+mn-lt"/>
                <a:cs typeface="+mn-lt"/>
              </a:rPr>
              <a:t> </a:t>
            </a:r>
            <a:r>
              <a:rPr lang="en-US" sz="1800" b="1">
                <a:ea typeface="+mn-lt"/>
                <a:cs typeface="+mn-lt"/>
              </a:rPr>
              <a:t>Hourly forecast</a:t>
            </a:r>
            <a:r>
              <a:rPr lang="en-US" sz="1800">
                <a:ea typeface="+mn-lt"/>
                <a:cs typeface="+mn-lt"/>
              </a:rPr>
              <a:t> – detailed predictions for the next 24 hours at hourly intervals</a:t>
            </a:r>
            <a:endParaRPr sz="1800"/>
          </a:p>
          <a:p>
            <a:r>
              <a:rPr lang="en-US" sz="1800">
                <a:ea typeface="+mn-lt"/>
                <a:cs typeface="+mn-lt"/>
              </a:rPr>
              <a:t> </a:t>
            </a:r>
            <a:r>
              <a:rPr lang="en-US" sz="1800" b="1">
                <a:ea typeface="+mn-lt"/>
                <a:cs typeface="+mn-lt"/>
              </a:rPr>
              <a:t>Astronomical data</a:t>
            </a:r>
            <a:r>
              <a:rPr lang="en-US" sz="1800">
                <a:ea typeface="+mn-lt"/>
                <a:cs typeface="+mn-lt"/>
              </a:rPr>
              <a:t> – sunrise, sunset, moon phase, and daylight information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 </a:t>
            </a:r>
            <a:r>
              <a:rPr lang="en-US" sz="1800" b="1">
                <a:ea typeface="+mn-lt"/>
                <a:cs typeface="+mn-lt"/>
              </a:rPr>
              <a:t>Location details</a:t>
            </a:r>
            <a:r>
              <a:rPr lang="en-US" sz="1800">
                <a:ea typeface="+mn-lt"/>
                <a:cs typeface="+mn-lt"/>
              </a:rPr>
              <a:t> – </a:t>
            </a:r>
            <a:r>
              <a:rPr lang="en-US" sz="1800" err="1">
                <a:ea typeface="+mn-lt"/>
                <a:cs typeface="+mn-lt"/>
              </a:rPr>
              <a:t>timezone</a:t>
            </a:r>
            <a:r>
              <a:rPr lang="en-US" sz="1800">
                <a:ea typeface="+mn-lt"/>
                <a:cs typeface="+mn-lt"/>
              </a:rPr>
              <a:t>, local time, and geographic coordinates</a:t>
            </a:r>
            <a:endParaRPr sz="1800"/>
          </a:p>
          <a:p>
            <a:r>
              <a:rPr lang="en-US" sz="1800" i="1">
                <a:ea typeface="+mn-lt"/>
                <a:cs typeface="+mn-lt"/>
              </a:rPr>
              <a:t>This rich dataset enables dynamic visualizations and real-time updates on the dashboard.</a:t>
            </a:r>
            <a:endParaRPr lang="en-US" sz="1800"/>
          </a:p>
          <a:p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3D083-D296-57AB-34B5-5A78FAF90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1142324"/>
            <a:ext cx="6571343" cy="1049235"/>
          </a:xfrm>
        </p:spPr>
        <p:txBody>
          <a:bodyPr/>
          <a:lstStyle/>
          <a:p>
            <a:r>
              <a:rPr lang="en-US"/>
              <a:t>THANKS FOR YOUR ATTENTION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53063-2F80-9DA1-6905-79271FF85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Sources used:</a:t>
            </a:r>
          </a:p>
          <a:p>
            <a:pPr marL="0" indent="0">
              <a:buNone/>
            </a:pPr>
            <a:r>
              <a:rPr lang="tr-TR">
                <a:hlinkClick r:id="rId2"/>
              </a:rPr>
              <a:t>https://www.youtube.com/</a:t>
            </a:r>
            <a:endParaRPr lang="en-US"/>
          </a:p>
          <a:p>
            <a:pPr marL="0" indent="0">
              <a:buNone/>
            </a:pPr>
            <a:r>
              <a:rPr lang="tr-TR">
                <a:hlinkClick r:id="rId3"/>
              </a:rPr>
              <a:t>https://chatgpt.com/</a:t>
            </a:r>
            <a:endParaRPr lang="en-US"/>
          </a:p>
          <a:p>
            <a:pPr marL="0" indent="0">
              <a:buNone/>
            </a:pPr>
            <a:r>
              <a:rPr lang="en-US"/>
              <a:t>This was updated by Erdem and Sam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541259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EFF2F540FFB8446A89584F1F34ADD70" ma:contentTypeVersion="5" ma:contentTypeDescription="Ein neues Dokument erstellen." ma:contentTypeScope="" ma:versionID="6fee3f8c2ad7ae79240fafbc9f2aef31">
  <xsd:schema xmlns:xsd="http://www.w3.org/2001/XMLSchema" xmlns:xs="http://www.w3.org/2001/XMLSchema" xmlns:p="http://schemas.microsoft.com/office/2006/metadata/properties" xmlns:ns3="0a8cec68-ceba-4590-a3b2-1e68aa6a56ad" targetNamespace="http://schemas.microsoft.com/office/2006/metadata/properties" ma:root="true" ma:fieldsID="314f7534a2ce46a795af36297e197f58" ns3:_="">
    <xsd:import namespace="0a8cec68-ceba-4590-a3b2-1e68aa6a56a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8cec68-ceba-4590-a3b2-1e68aa6a56a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a8cec68-ceba-4590-a3b2-1e68aa6a56a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0987DA-928D-4ADC-9790-0725027BE6BA}">
  <ds:schemaRefs>
    <ds:schemaRef ds:uri="0a8cec68-ceba-4590-a3b2-1e68aa6a56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BAAFEFF-68D6-43D8-AF7D-5BF52207303C}">
  <ds:schemaRefs>
    <ds:schemaRef ds:uri="0a8cec68-ceba-4590-a3b2-1e68aa6a56a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83DDFAC-8535-4DD5-BE03-C2017536F8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Application>Microsoft Office PowerPoint</Application>
  <PresentationFormat>On-screen Show (4:3)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Gallery</vt:lpstr>
      <vt:lpstr>Weather Dashboard</vt:lpstr>
      <vt:lpstr>OvervIEW of the Project</vt:lpstr>
      <vt:lpstr>Imports USED</vt:lpstr>
      <vt:lpstr>Database FuNCTION (save)</vt:lpstr>
      <vt:lpstr>How It Works:  A High-Level View </vt:lpstr>
      <vt:lpstr>Main Routes</vt:lpstr>
      <vt:lpstr>How Weather  is Fetched and  displayed</vt:lpstr>
      <vt:lpstr>Returning  Data  to the Website</vt:lpstr>
      <vt:lpstr>THANKS FOR YOUR ATTENTION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 SYMON</dc:creator>
  <cp:keywords/>
  <dc:description>generated using python-pptx</dc:description>
  <cp:revision>2</cp:revision>
  <dcterms:created xsi:type="dcterms:W3CDTF">2013-01-27T09:14:16Z</dcterms:created>
  <dcterms:modified xsi:type="dcterms:W3CDTF">2025-12-03T19:42:36Z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0x0101002EFF2F540FFB8446A89584F1F34ADD70</vt:lpwstr>
  </property>
</Properties>
</file>