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Weather App (Flask + API + Database)</a:t>
            </a:r>
          </a:p>
          <a:p>
            <a:pPr/>
            <a:r>
              <a:t>A simple explanation of how my project 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This project is a web app made with Flask</a:t>
            </a:r>
          </a:p>
          <a:p>
            <a:pPr/>
            <a:r>
              <a:t>It gets weather data from WeatherAPI.com</a:t>
            </a:r>
          </a:p>
          <a:p>
            <a:pPr/>
            <a:r>
              <a:t>It shows the results on a webpage</a:t>
            </a:r>
          </a:p>
          <a:p>
            <a:pPr/>
            <a:r>
              <a:t>It also saves the weather into a small local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Flask → runs the web app &amp; loads HTML pages</a:t>
            </a:r>
          </a:p>
          <a:p>
            <a:pPr/>
            <a:r>
              <a:t>requests → used to call the Weather API</a:t>
            </a:r>
          </a:p>
          <a:p>
            <a:pPr/>
            <a:r>
              <a:t>sqlite3 → stores weather data</a:t>
            </a:r>
          </a:p>
          <a:p>
            <a:pPr/>
            <a:r>
              <a:t>json → used to save JSON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Function (save)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Creates a file called weather.db</a:t>
            </a:r>
          </a:p>
          <a:p>
            <a:pPr/>
            <a:r>
              <a:t>Makes a table (weather_data) if it doesn't exist</a:t>
            </a:r>
          </a:p>
          <a:p>
            <a:pPr/>
            <a:r>
              <a:t>Saves city, temperature, humidity, etc.</a:t>
            </a:r>
          </a:p>
          <a:p>
            <a:pPr/>
            <a:r>
              <a:t>This helps us keep a history of the weather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'/' → shows index.html</a:t>
            </a:r>
          </a:p>
          <a:p>
            <a:pPr/>
            <a:r>
              <a:t>'/app' → shows the main app page</a:t>
            </a:r>
          </a:p>
          <a:p>
            <a:pPr/>
            <a:r>
              <a:t>'/api/weather' → the important route for getting weather</a:t>
            </a:r>
          </a:p>
          <a:p>
            <a:pPr/>
            <a:r>
              <a:t>'/simple' → simpler version for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Weather is Fetched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app builds a URL using the API key + the city</a:t>
            </a:r>
          </a:p>
          <a:p>
            <a:pPr/>
            <a:r>
              <a:t>It sends a request to WeatherAPI using requests.get()</a:t>
            </a:r>
          </a:p>
          <a:p>
            <a:pPr/>
            <a:r>
              <a:t>If everything is okay, it gets the data in JSON format</a:t>
            </a:r>
          </a:p>
          <a:p>
            <a:pPr/>
            <a:r>
              <a:t>The JSON is then used to show weather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Saving the Weather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After getting the weather data:</a:t>
            </a:r>
          </a:p>
          <a:p>
            <a:pPr/>
            <a:r>
              <a:t>The save() function stores it in the database</a:t>
            </a:r>
          </a:p>
          <a:p>
            <a:pPr/>
            <a:r>
              <a:t>Each time you search a city, it adds a new row</a:t>
            </a:r>
          </a:p>
          <a:p>
            <a:pPr/>
            <a:r>
              <a:t>Useful for keeping records or checking past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Returning Data to the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/api/weather route returns a JSON response</a:t>
            </a:r>
          </a:p>
          <a:p>
            <a:pPr/>
            <a:r>
              <a:t>The response includes:</a:t>
            </a:r>
          </a:p>
          <a:p>
            <a:pPr/>
            <a:r>
              <a:t>• current weather</a:t>
            </a:r>
          </a:p>
          <a:p>
            <a:pPr/>
            <a:r>
              <a:t>• hourly forecast</a:t>
            </a:r>
          </a:p>
          <a:p>
            <a:pPr/>
            <a:r>
              <a:t>• astro info (sun/moon)</a:t>
            </a:r>
          </a:p>
          <a:p>
            <a:pPr/>
            <a:r>
              <a:t>This is used by the front end to show charts/graphs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